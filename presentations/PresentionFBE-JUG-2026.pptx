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customXml/itemProps110.xml" ContentType="application/vnd.openxmlformats-officedocument.customXmlProperties+xml"/>
  <Override PartName="/customXml/itemProps111.xml" ContentType="application/vnd.openxmlformats-officedocument.customXmlProperties+xml"/>
  <Override PartName="/customXml/itemProps112.xml" ContentType="application/vnd.openxmlformats-officedocument.customXmlProperties+xml"/>
  <Override PartName="/customXml/itemProps113.xml" ContentType="application/vnd.openxmlformats-officedocument.customXmlProperties+xml"/>
  <Override PartName="/customXml/itemProps114.xml" ContentType="application/vnd.openxmlformats-officedocument.customXmlProperties+xml"/>
  <Override PartName="/customXml/itemProps115.xml" ContentType="application/vnd.openxmlformats-officedocument.customXmlProperties+xml"/>
  <Override PartName="/customXml/itemProps116.xml" ContentType="application/vnd.openxmlformats-officedocument.customXmlProperties+xml"/>
  <Override PartName="/customXml/itemProps117.xml" ContentType="application/vnd.openxmlformats-officedocument.customXmlProperties+xml"/>
  <Override PartName="/customXml/itemProps118.xml" ContentType="application/vnd.openxmlformats-officedocument.customXmlProperties+xml"/>
  <Override PartName="/customXml/itemProps119.xml" ContentType="application/vnd.openxmlformats-officedocument.customXmlProperties+xml"/>
  <Override PartName="/customXml/itemProps120.xml" ContentType="application/vnd.openxmlformats-officedocument.customXmlProperties+xml"/>
  <Override PartName="/customXml/itemProps121.xml" ContentType="application/vnd.openxmlformats-officedocument.customXmlProperties+xml"/>
  <Override PartName="/customXml/itemProps122.xml" ContentType="application/vnd.openxmlformats-officedocument.customXmlProperties+xml"/>
  <Override PartName="/customXml/itemProps123.xml" ContentType="application/vnd.openxmlformats-officedocument.customXmlProperties+xml"/>
  <Override PartName="/customXml/itemProps124.xml" ContentType="application/vnd.openxmlformats-officedocument.customXmlProperties+xml"/>
  <Override PartName="/customXml/itemProps125.xml" ContentType="application/vnd.openxmlformats-officedocument.customXmlProperties+xml"/>
  <Override PartName="/customXml/itemProps126.xml" ContentType="application/vnd.openxmlformats-officedocument.customXmlProperties+xml"/>
  <Override PartName="/customXml/itemProps127.xml" ContentType="application/vnd.openxmlformats-officedocument.customXmlProperties+xml"/>
  <Override PartName="/customXml/itemProps128.xml" ContentType="application/vnd.openxmlformats-officedocument.customXmlProperties+xml"/>
  <Override PartName="/customXml/itemProps129.xml" ContentType="application/vnd.openxmlformats-officedocument.customXmlProperties+xml"/>
  <Override PartName="/customXml/itemProps130.xml" ContentType="application/vnd.openxmlformats-officedocument.customXmlProperties+xml"/>
  <Override PartName="/customXml/itemProps131.xml" ContentType="application/vnd.openxmlformats-officedocument.customXmlProperties+xml"/>
  <Override PartName="/customXml/itemProps132.xml" ContentType="application/vnd.openxmlformats-officedocument.customXmlProperties+xml"/>
  <Override PartName="/customXml/itemProps133.xml" ContentType="application/vnd.openxmlformats-officedocument.customXmlProperties+xml"/>
  <Override PartName="/customXml/itemProps134.xml" ContentType="application/vnd.openxmlformats-officedocument.customXmlProperties+xml"/>
  <Override PartName="/customXml/itemProps135.xml" ContentType="application/vnd.openxmlformats-officedocument.customXmlProperties+xml"/>
  <Override PartName="/customXml/itemProps136.xml" ContentType="application/vnd.openxmlformats-officedocument.customXmlProperties+xml"/>
  <Override PartName="/customXml/itemProps137.xml" ContentType="application/vnd.openxmlformats-officedocument.customXmlProperties+xml"/>
  <Override PartName="/customXml/itemProps138.xml" ContentType="application/vnd.openxmlformats-officedocument.customXmlProperties+xml"/>
  <Override PartName="/customXml/itemProps139.xml" ContentType="application/vnd.openxmlformats-officedocument.customXmlProperties+xml"/>
  <Override PartName="/customXml/itemProps140.xml" ContentType="application/vnd.openxmlformats-officedocument.customXmlProperties+xml"/>
  <Override PartName="/customXml/itemProps141.xml" ContentType="application/vnd.openxmlformats-officedocument.customXmlProperties+xml"/>
  <Override PartName="/customXml/itemProps142.xml" ContentType="application/vnd.openxmlformats-officedocument.customXmlProperties+xml"/>
  <Override PartName="/customXml/itemProps143.xml" ContentType="application/vnd.openxmlformats-officedocument.customXmlProperties+xml"/>
  <Override PartName="/customXml/itemProps144.xml" ContentType="application/vnd.openxmlformats-officedocument.customXmlProperties+xml"/>
  <Override PartName="/customXml/itemProps145.xml" ContentType="application/vnd.openxmlformats-officedocument.customXmlProperties+xml"/>
  <Override PartName="/customXml/itemProps146.xml" ContentType="application/vnd.openxmlformats-officedocument.customXmlProperties+xml"/>
  <Override PartName="/customXml/itemProps147.xml" ContentType="application/vnd.openxmlformats-officedocument.customXmlProperties+xml"/>
  <Override PartName="/customXml/itemProps148.xml" ContentType="application/vnd.openxmlformats-officedocument.customXmlProperties+xml"/>
  <Override PartName="/customXml/itemProps149.xml" ContentType="application/vnd.openxmlformats-officedocument.customXmlProperties+xml"/>
  <Override PartName="/customXml/itemProps150.xml" ContentType="application/vnd.openxmlformats-officedocument.customXmlProperties+xml"/>
  <Override PartName="/customXml/itemProps151.xml" ContentType="application/vnd.openxmlformats-officedocument.customXmlProperties+xml"/>
  <Override PartName="/customXml/itemProps152.xml" ContentType="application/vnd.openxmlformats-officedocument.customXmlProperties+xml"/>
  <Override PartName="/customXml/itemProps153.xml" ContentType="application/vnd.openxmlformats-officedocument.customXmlProperties+xml"/>
  <Override PartName="/customXml/itemProps154.xml" ContentType="application/vnd.openxmlformats-officedocument.customXmlProperties+xml"/>
  <Override PartName="/customXml/itemProps155.xml" ContentType="application/vnd.openxmlformats-officedocument.customXmlProperties+xml"/>
  <Override PartName="/customXml/itemProps156.xml" ContentType="application/vnd.openxmlformats-officedocument.customXmlProperties+xml"/>
  <Override PartName="/customXml/itemProps157.xml" ContentType="application/vnd.openxmlformats-officedocument.customXmlProperties+xml"/>
  <Override PartName="/customXml/itemProps158.xml" ContentType="application/vnd.openxmlformats-officedocument.customXmlProperties+xml"/>
  <Override PartName="/customXml/itemProps159.xml" ContentType="application/vnd.openxmlformats-officedocument.customXmlProperties+xml"/>
  <Override PartName="/customXml/itemProps160.xml" ContentType="application/vnd.openxmlformats-officedocument.customXmlProperties+xml"/>
  <Override PartName="/customXml/itemProps161.xml" ContentType="application/vnd.openxmlformats-officedocument.customXmlProperties+xml"/>
  <Override PartName="/customXml/itemProps162.xml" ContentType="application/vnd.openxmlformats-officedocument.customXmlProperties+xml"/>
  <Override PartName="/customXml/itemProps163.xml" ContentType="application/vnd.openxmlformats-officedocument.customXmlProperties+xml"/>
  <Override PartName="/customXml/itemProps164.xml" ContentType="application/vnd.openxmlformats-officedocument.customXmlProperties+xml"/>
  <Override PartName="/customXml/itemProps165.xml" ContentType="application/vnd.openxmlformats-officedocument.customXmlProperties+xml"/>
  <Override PartName="/customXml/itemProps166.xml" ContentType="application/vnd.openxmlformats-officedocument.customXmlProperties+xml"/>
  <Override PartName="/customXml/itemProps167.xml" ContentType="application/vnd.openxmlformats-officedocument.customXmlProperties+xml"/>
  <Override PartName="/customXml/itemProps168.xml" ContentType="application/vnd.openxmlformats-officedocument.customXmlProperties+xml"/>
  <Override PartName="/customXml/itemProps169.xml" ContentType="application/vnd.openxmlformats-officedocument.customXmlProperties+xml"/>
  <Override PartName="/customXml/itemProps170.xml" ContentType="application/vnd.openxmlformats-officedocument.customXmlProperties+xml"/>
  <Override PartName="/customXml/itemProps171.xml" ContentType="application/vnd.openxmlformats-officedocument.customXmlProperties+xml"/>
  <Override PartName="/customXml/itemProps172.xml" ContentType="application/vnd.openxmlformats-officedocument.customXmlProperties+xml"/>
  <Override PartName="/customXml/itemProps173.xml" ContentType="application/vnd.openxmlformats-officedocument.customXmlProperties+xml"/>
  <Override PartName="/customXml/itemProps174.xml" ContentType="application/vnd.openxmlformats-officedocument.customXmlProperties+xml"/>
  <Override PartName="/customXml/itemProps175.xml" ContentType="application/vnd.openxmlformats-officedocument.customXmlProperties+xml"/>
  <Override PartName="/customXml/itemProps176.xml" ContentType="application/vnd.openxmlformats-officedocument.customXmlProperties+xml"/>
  <Override PartName="/customXml/itemProps177.xml" ContentType="application/vnd.openxmlformats-officedocument.customXmlProperties+xml"/>
  <Override PartName="/customXml/itemProps178.xml" ContentType="application/vnd.openxmlformats-officedocument.customXmlProperties+xml"/>
  <Override PartName="/customXml/itemProps179.xml" ContentType="application/vnd.openxmlformats-officedocument.customXmlProperties+xml"/>
  <Override PartName="/customXml/itemProps180.xml" ContentType="application/vnd.openxmlformats-officedocument.customXmlProperties+xml"/>
  <Override PartName="/customXml/itemProps181.xml" ContentType="application/vnd.openxmlformats-officedocument.customXmlProperties+xml"/>
  <Override PartName="/customXml/itemProps182.xml" ContentType="application/vnd.openxmlformats-officedocument.customXmlProperties+xml"/>
  <Override PartName="/customXml/itemProps183.xml" ContentType="application/vnd.openxmlformats-officedocument.customXmlProperties+xml"/>
  <Override PartName="/customXml/itemProps184.xml" ContentType="application/vnd.openxmlformats-officedocument.customXmlProperties+xml"/>
  <Override PartName="/customXml/itemProps185.xml" ContentType="application/vnd.openxmlformats-officedocument.customXmlProperties+xml"/>
  <Override PartName="/customXml/itemProps186.xml" ContentType="application/vnd.openxmlformats-officedocument.customXmlProperties+xml"/>
  <Override PartName="/customXml/itemProps187.xml" ContentType="application/vnd.openxmlformats-officedocument.customXmlProperties+xml"/>
  <Override PartName="/customXml/itemProps188.xml" ContentType="application/vnd.openxmlformats-officedocument.customXmlProperties+xml"/>
  <Override PartName="/customXml/itemProps189.xml" ContentType="application/vnd.openxmlformats-officedocument.customXmlProperties+xml"/>
  <Override PartName="/customXml/itemProps190.xml" ContentType="application/vnd.openxmlformats-officedocument.customXmlProperties+xml"/>
  <Override PartName="/customXml/itemProps191.xml" ContentType="application/vnd.openxmlformats-officedocument.customXmlProperties+xml"/>
  <Override PartName="/customXml/itemProps192.xml" ContentType="application/vnd.openxmlformats-officedocument.customXmlProperties+xml"/>
  <Override PartName="/customXml/itemProps193.xml" ContentType="application/vnd.openxmlformats-officedocument.customXmlProperties+xml"/>
  <Override PartName="/customXml/itemProps194.xml" ContentType="application/vnd.openxmlformats-officedocument.customXmlProperties+xml"/>
  <Override PartName="/customXml/itemProps195.xml" ContentType="application/vnd.openxmlformats-officedocument.customXmlProperties+xml"/>
  <Override PartName="/customXml/itemProps196.xml" ContentType="application/vnd.openxmlformats-officedocument.customXmlProperties+xml"/>
  <Override PartName="/customXml/itemProps197.xml" ContentType="application/vnd.openxmlformats-officedocument.customXmlProperties+xml"/>
  <Override PartName="/customXml/itemProps198.xml" ContentType="application/vnd.openxmlformats-officedocument.customXmlProperties+xml"/>
  <Override PartName="/customXml/itemProps199.xml" ContentType="application/vnd.openxmlformats-officedocument.customXmlProperties+xml"/>
  <Override PartName="/customXml/itemProps200.xml" ContentType="application/vnd.openxmlformats-officedocument.customXmlProperties+xml"/>
  <Override PartName="/customXml/itemProps201.xml" ContentType="application/vnd.openxmlformats-officedocument.customXmlProperties+xml"/>
  <Override PartName="/customXml/itemProps202.xml" ContentType="application/vnd.openxmlformats-officedocument.customXmlProperties+xml"/>
  <Override PartName="/customXml/itemProps203.xml" ContentType="application/vnd.openxmlformats-officedocument.customXmlProperties+xml"/>
  <Override PartName="/customXml/itemProps204.xml" ContentType="application/vnd.openxmlformats-officedocument.customXmlProperties+xml"/>
  <Override PartName="/customXml/itemProps205.xml" ContentType="application/vnd.openxmlformats-officedocument.customXmlProperties+xml"/>
  <Override PartName="/customXml/itemProps206.xml" ContentType="application/vnd.openxmlformats-officedocument.customXmlProperties+xml"/>
  <Override PartName="/customXml/itemProps207.xml" ContentType="application/vnd.openxmlformats-officedocument.customXmlProperties+xml"/>
  <Override PartName="/customXml/itemProps208.xml" ContentType="application/vnd.openxmlformats-officedocument.customXmlProperties+xml"/>
  <Override PartName="/customXml/itemProps209.xml" ContentType="application/vnd.openxmlformats-officedocument.customXmlProperties+xml"/>
  <Override PartName="/customXml/itemProps210.xml" ContentType="application/vnd.openxmlformats-officedocument.customXmlProperties+xml"/>
  <Override PartName="/customXml/itemProps211.xml" ContentType="application/vnd.openxmlformats-officedocument.customXmlProperties+xml"/>
  <Override PartName="/customXml/itemProps212.xml" ContentType="application/vnd.openxmlformats-officedocument.customXmlProperties+xml"/>
  <Override PartName="/customXml/itemProps213.xml" ContentType="application/vnd.openxmlformats-officedocument.customXmlProperties+xml"/>
  <Override PartName="/customXml/itemProps214.xml" ContentType="application/vnd.openxmlformats-officedocument.customXmlProperties+xml"/>
  <Override PartName="/customXml/itemProps215.xml" ContentType="application/vnd.openxmlformats-officedocument.customXmlProperties+xml"/>
  <Override PartName="/customXml/itemProps216.xml" ContentType="application/vnd.openxmlformats-officedocument.customXmlProperties+xml"/>
  <Override PartName="/customXml/itemProps217.xml" ContentType="application/vnd.openxmlformats-officedocument.customXmlProperties+xml"/>
  <Override PartName="/customXml/itemProps218.xml" ContentType="application/vnd.openxmlformats-officedocument.customXmlProperties+xml"/>
  <Override PartName="/customXml/itemProps219.xml" ContentType="application/vnd.openxmlformats-officedocument.customXmlProperties+xml"/>
  <Override PartName="/customXml/itemProps220.xml" ContentType="application/vnd.openxmlformats-officedocument.customXmlProperties+xml"/>
  <Override PartName="/customXml/itemProps221.xml" ContentType="application/vnd.openxmlformats-officedocument.customXmlProperties+xml"/>
  <Override PartName="/customXml/itemProps222.xml" ContentType="application/vnd.openxmlformats-officedocument.customXmlProperties+xml"/>
  <Override PartName="/customXml/itemProps223.xml" ContentType="application/vnd.openxmlformats-officedocument.customXmlProperties+xml"/>
  <Override PartName="/customXml/itemProps224.xml" ContentType="application/vnd.openxmlformats-officedocument.customXmlProperties+xml"/>
  <Override PartName="/customXml/itemProps225.xml" ContentType="application/vnd.openxmlformats-officedocument.customXmlProperties+xml"/>
  <Override PartName="/customXml/itemProps226.xml" ContentType="application/vnd.openxmlformats-officedocument.customXmlProperties+xml"/>
  <Override PartName="/customXml/itemProps227.xml" ContentType="application/vnd.openxmlformats-officedocument.customXmlProperties+xml"/>
  <Override PartName="/customXml/itemProps228.xml" ContentType="application/vnd.openxmlformats-officedocument.customXmlProperties+xml"/>
  <Override PartName="/customXml/itemProps229.xml" ContentType="application/vnd.openxmlformats-officedocument.customXmlProperties+xml"/>
  <Override PartName="/customXml/itemProps230.xml" ContentType="application/vnd.openxmlformats-officedocument.customXmlProperties+xml"/>
  <Override PartName="/customXml/itemProps231.xml" ContentType="application/vnd.openxmlformats-officedocument.customXmlProperties+xml"/>
  <Override PartName="/customXml/itemProps232.xml" ContentType="application/vnd.openxmlformats-officedocument.customXmlProperties+xml"/>
  <Override PartName="/customXml/itemProps233.xml" ContentType="application/vnd.openxmlformats-officedocument.customXmlProperties+xml"/>
  <Override PartName="/customXml/itemProps234.xml" ContentType="application/vnd.openxmlformats-officedocument.customXmlProperties+xml"/>
  <Override PartName="/customXml/itemProps235.xml" ContentType="application/vnd.openxmlformats-officedocument.customXmlProperties+xml"/>
  <Override PartName="/customXml/itemProps236.xml" ContentType="application/vnd.openxmlformats-officedocument.customXmlProperties+xml"/>
  <Override PartName="/customXml/itemProps237.xml" ContentType="application/vnd.openxmlformats-officedocument.customXmlProperties+xml"/>
  <Override PartName="/customXml/itemProps238.xml" ContentType="application/vnd.openxmlformats-officedocument.customXmlProperties+xml"/>
  <Override PartName="/customXml/itemProps239.xml" ContentType="application/vnd.openxmlformats-officedocument.customXmlProperties+xml"/>
  <Override PartName="/customXml/itemProps240.xml" ContentType="application/vnd.openxmlformats-officedocument.customXmlProperties+xml"/>
  <Override PartName="/customXml/itemProps241.xml" ContentType="application/vnd.openxmlformats-officedocument.customXmlProperties+xml"/>
  <Override PartName="/customXml/itemProps242.xml" ContentType="application/vnd.openxmlformats-officedocument.customXmlProperties+xml"/>
  <Override PartName="/customXml/itemProps243.xml" ContentType="application/vnd.openxmlformats-officedocument.customXmlProperties+xml"/>
  <Override PartName="/customXml/itemProps244.xml" ContentType="application/vnd.openxmlformats-officedocument.customXmlProperties+xml"/>
  <Override PartName="/customXml/itemProps245.xml" ContentType="application/vnd.openxmlformats-officedocument.customXmlProperties+xml"/>
  <Override PartName="/customXml/itemProps246.xml" ContentType="application/vnd.openxmlformats-officedocument.customXmlProperties+xml"/>
  <Override PartName="/customXml/itemProps247.xml" ContentType="application/vnd.openxmlformats-officedocument.customXmlProperties+xml"/>
  <Override PartName="/customXml/itemProps248.xml" ContentType="application/vnd.openxmlformats-officedocument.customXmlProperties+xml"/>
  <Override PartName="/customXml/itemProps249.xml" ContentType="application/vnd.openxmlformats-officedocument.customXmlProperties+xml"/>
  <Override PartName="/customXml/itemProps250.xml" ContentType="application/vnd.openxmlformats-officedocument.customXmlProperties+xml"/>
  <Override PartName="/customXml/itemProps251.xml" ContentType="application/vnd.openxmlformats-officedocument.customXmlProperties+xml"/>
  <Override PartName="/customXml/itemProps252.xml" ContentType="application/vnd.openxmlformats-officedocument.customXmlProperties+xml"/>
  <Override PartName="/customXml/itemProps253.xml" ContentType="application/vnd.openxmlformats-officedocument.customXmlProperties+xml"/>
  <Override PartName="/customXml/itemProps254.xml" ContentType="application/vnd.openxmlformats-officedocument.customXmlProperties+xml"/>
  <Override PartName="/customXml/itemProps255.xml" ContentType="application/vnd.openxmlformats-officedocument.customXmlProperties+xml"/>
  <Override PartName="/customXml/itemProps256.xml" ContentType="application/vnd.openxmlformats-officedocument.customXmlProperties+xml"/>
  <Override PartName="/customXml/itemProps257.xml" ContentType="application/vnd.openxmlformats-officedocument.customXmlProperties+xml"/>
  <Override PartName="/customXml/itemProps258.xml" ContentType="application/vnd.openxmlformats-officedocument.customXmlProperties+xml"/>
  <Override PartName="/customXml/itemProps259.xml" ContentType="application/vnd.openxmlformats-officedocument.customXmlProperties+xml"/>
  <Override PartName="/customXml/itemProps260.xml" ContentType="application/vnd.openxmlformats-officedocument.customXmlProperties+xml"/>
  <Override PartName="/customXml/itemProps261.xml" ContentType="application/vnd.openxmlformats-officedocument.customXmlProperties+xml"/>
  <Override PartName="/customXml/itemProps262.xml" ContentType="application/vnd.openxmlformats-officedocument.customXmlProperties+xml"/>
  <Override PartName="/customXml/itemProps263.xml" ContentType="application/vnd.openxmlformats-officedocument.customXmlProperties+xml"/>
  <Override PartName="/customXml/itemProps264.xml" ContentType="application/vnd.openxmlformats-officedocument.customXmlProperties+xml"/>
  <Override PartName="/customXml/itemProps265.xml" ContentType="application/vnd.openxmlformats-officedocument.customXmlProperties+xml"/>
  <Override PartName="/customXml/itemProps266.xml" ContentType="application/vnd.openxmlformats-officedocument.customXmlProperties+xml"/>
  <Override PartName="/customXml/itemProps267.xml" ContentType="application/vnd.openxmlformats-officedocument.customXmlProperties+xml"/>
  <Override PartName="/customXml/itemProps268.xml" ContentType="application/vnd.openxmlformats-officedocument.customXmlProperties+xml"/>
  <Override PartName="/customXml/itemProps269.xml" ContentType="application/vnd.openxmlformats-officedocument.customXmlProperties+xml"/>
  <Override PartName="/customXml/itemProps270.xml" ContentType="application/vnd.openxmlformats-officedocument.customXmlProperties+xml"/>
  <Override PartName="/customXml/itemProps271.xml" ContentType="application/vnd.openxmlformats-officedocument.customXmlProperties+xml"/>
  <Override PartName="/customXml/itemProps272.xml" ContentType="application/vnd.openxmlformats-officedocument.customXmlProperties+xml"/>
  <Override PartName="/customXml/itemProps273.xml" ContentType="application/vnd.openxmlformats-officedocument.customXmlProperties+xml"/>
  <Override PartName="/customXml/itemProps274.xml" ContentType="application/vnd.openxmlformats-officedocument.customXmlProperties+xml"/>
  <Override PartName="/customXml/itemProps275.xml" ContentType="application/vnd.openxmlformats-officedocument.customXmlProperties+xml"/>
  <Override PartName="/customXml/itemProps276.xml" ContentType="application/vnd.openxmlformats-officedocument.customXmlProperties+xml"/>
  <Override PartName="/customXml/itemProps277.xml" ContentType="application/vnd.openxmlformats-officedocument.customXmlProperties+xml"/>
  <Override PartName="/customXml/itemProps278.xml" ContentType="application/vnd.openxmlformats-officedocument.customXmlProperties+xml"/>
  <Override PartName="/customXml/itemProps279.xml" ContentType="application/vnd.openxmlformats-officedocument.customXmlProperties+xml"/>
  <Override PartName="/customXml/itemProps280.xml" ContentType="application/vnd.openxmlformats-officedocument.customXmlProperties+xml"/>
  <Override PartName="/customXml/itemProps281.xml" ContentType="application/vnd.openxmlformats-officedocument.customXmlProperties+xml"/>
  <Override PartName="/customXml/itemProps282.xml" ContentType="application/vnd.openxmlformats-officedocument.customXmlProperties+xml"/>
  <Override PartName="/customXml/itemProps283.xml" ContentType="application/vnd.openxmlformats-officedocument.customXmlProperties+xml"/>
  <Override PartName="/customXml/itemProps284.xml" ContentType="application/vnd.openxmlformats-officedocument.customXmlProperties+xml"/>
  <Override PartName="/customXml/itemProps285.xml" ContentType="application/vnd.openxmlformats-officedocument.customXmlProperties+xml"/>
  <Override PartName="/customXml/itemProps286.xml" ContentType="application/vnd.openxmlformats-officedocument.customXmlProperties+xml"/>
  <Override PartName="/customXml/itemProps287.xml" ContentType="application/vnd.openxmlformats-officedocument.customXmlProperties+xml"/>
  <Override PartName="/customXml/itemProps288.xml" ContentType="application/vnd.openxmlformats-officedocument.customXmlProperties+xml"/>
  <Override PartName="/customXml/itemProps289.xml" ContentType="application/vnd.openxmlformats-officedocument.customXmlProperties+xml"/>
  <Override PartName="/customXml/itemProps290.xml" ContentType="application/vnd.openxmlformats-officedocument.customXmlProperties+xml"/>
  <Override PartName="/customXml/itemProps291.xml" ContentType="application/vnd.openxmlformats-officedocument.customXmlProperties+xml"/>
  <Override PartName="/customXml/itemProps292.xml" ContentType="application/vnd.openxmlformats-officedocument.customXmlProperties+xml"/>
  <Override PartName="/customXml/itemProps293.xml" ContentType="application/vnd.openxmlformats-officedocument.customXmlProperties+xml"/>
  <Override PartName="/customXml/itemProps294.xml" ContentType="application/vnd.openxmlformats-officedocument.customXmlProperties+xml"/>
  <Override PartName="/customXml/itemProps295.xml" ContentType="application/vnd.openxmlformats-officedocument.customXmlProperties+xml"/>
  <Override PartName="/customXml/itemProps296.xml" ContentType="application/vnd.openxmlformats-officedocument.customXmlProperties+xml"/>
  <Override PartName="/customXml/itemProps297.xml" ContentType="application/vnd.openxmlformats-officedocument.customXmlProperties+xml"/>
  <Override PartName="/customXml/itemProps298.xml" ContentType="application/vnd.openxmlformats-officedocument.customXmlProperties+xml"/>
  <Override PartName="/customXml/itemProps299.xml" ContentType="application/vnd.openxmlformats-officedocument.customXmlProperties+xml"/>
  <Override PartName="/customXml/itemProps300.xml" ContentType="application/vnd.openxmlformats-officedocument.customXmlProperties+xml"/>
  <Override PartName="/customXml/itemProps301.xml" ContentType="application/vnd.openxmlformats-officedocument.customXmlProperties+xml"/>
  <Override PartName="/customXml/itemProps302.xml" ContentType="application/vnd.openxmlformats-officedocument.customXmlProperties+xml"/>
  <Override PartName="/customXml/itemProps303.xml" ContentType="application/vnd.openxmlformats-officedocument.customXmlProperties+xml"/>
  <Override PartName="/customXml/itemProps304.xml" ContentType="application/vnd.openxmlformats-officedocument.customXmlProperties+xml"/>
  <Override PartName="/customXml/itemProps305.xml" ContentType="application/vnd.openxmlformats-officedocument.customXmlProperties+xml"/>
  <Override PartName="/customXml/itemProps306.xml" ContentType="application/vnd.openxmlformats-officedocument.customXmlProperties+xml"/>
  <Override PartName="/customXml/itemProps307.xml" ContentType="application/vnd.openxmlformats-officedocument.customXmlProperties+xml"/>
  <Override PartName="/customXml/itemProps308.xml" ContentType="application/vnd.openxmlformats-officedocument.customXmlProperties+xml"/>
  <Override PartName="/customXml/itemProps309.xml" ContentType="application/vnd.openxmlformats-officedocument.customXmlProperties+xml"/>
  <Override PartName="/customXml/itemProps310.xml" ContentType="application/vnd.openxmlformats-officedocument.customXmlProperties+xml"/>
  <Override PartName="/customXml/itemProps311.xml" ContentType="application/vnd.openxmlformats-officedocument.customXmlProperties+xml"/>
  <Override PartName="/customXml/itemProps312.xml" ContentType="application/vnd.openxmlformats-officedocument.customXmlProperties+xml"/>
  <Override PartName="/customXml/itemProps313.xml" ContentType="application/vnd.openxmlformats-officedocument.customXmlProperties+xml"/>
  <Override PartName="/customXml/itemProps314.xml" ContentType="application/vnd.openxmlformats-officedocument.customXmlProperties+xml"/>
  <Override PartName="/customXml/itemProps315.xml" ContentType="application/vnd.openxmlformats-officedocument.customXmlProperties+xml"/>
  <Override PartName="/customXml/itemProps316.xml" ContentType="application/vnd.openxmlformats-officedocument.customXmlProperties+xml"/>
  <Override PartName="/customXml/itemProps317.xml" ContentType="application/vnd.openxmlformats-officedocument.customXmlProperties+xml"/>
  <Override PartName="/customXml/itemProps318.xml" ContentType="application/vnd.openxmlformats-officedocument.customXmlProperties+xml"/>
  <Override PartName="/customXml/itemProps319.xml" ContentType="application/vnd.openxmlformats-officedocument.customXmlProperties+xml"/>
  <Override PartName="/customXml/itemProps320.xml" ContentType="application/vnd.openxmlformats-officedocument.customXmlProperties+xml"/>
  <Override PartName="/customXml/itemProps321.xml" ContentType="application/vnd.openxmlformats-officedocument.customXmlProperties+xml"/>
  <Override PartName="/customXml/itemProps322.xml" ContentType="application/vnd.openxmlformats-officedocument.customXmlProperties+xml"/>
  <Override PartName="/customXml/itemProps323.xml" ContentType="application/vnd.openxmlformats-officedocument.customXmlProperties+xml"/>
  <Override PartName="/customXml/itemProps324.xml" ContentType="application/vnd.openxmlformats-officedocument.customXmlProperties+xml"/>
  <Override PartName="/customXml/itemProps325.xml" ContentType="application/vnd.openxmlformats-officedocument.customXmlProperties+xml"/>
  <Override PartName="/customXml/itemProps326.xml" ContentType="application/vnd.openxmlformats-officedocument.customXmlProperties+xml"/>
  <Override PartName="/customXml/itemProps327.xml" ContentType="application/vnd.openxmlformats-officedocument.customXmlProperties+xml"/>
  <Override PartName="/customXml/itemProps328.xml" ContentType="application/vnd.openxmlformats-officedocument.customXmlProperties+xml"/>
  <Override PartName="/customXml/itemProps329.xml" ContentType="application/vnd.openxmlformats-officedocument.customXmlProperties+xml"/>
  <Override PartName="/customXml/itemProps330.xml" ContentType="application/vnd.openxmlformats-officedocument.customXmlProperties+xml"/>
  <Override PartName="/customXml/itemProps331.xml" ContentType="application/vnd.openxmlformats-officedocument.customXmlProperties+xml"/>
  <Override PartName="/customXml/itemProps332.xml" ContentType="application/vnd.openxmlformats-officedocument.customXmlProperties+xml"/>
  <Override PartName="/customXml/itemProps33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8" r:id="rId334"/>
  </p:sldMasterIdLst>
  <p:notesMasterIdLst>
    <p:notesMasterId r:id="rId348"/>
  </p:notesMasterIdLst>
  <p:handoutMasterIdLst>
    <p:handoutMasterId r:id="rId349"/>
  </p:handoutMasterIdLst>
  <p:sldIdLst>
    <p:sldId id="268" r:id="rId335"/>
    <p:sldId id="436" r:id="rId336"/>
    <p:sldId id="445" r:id="rId337"/>
    <p:sldId id="437" r:id="rId338"/>
    <p:sldId id="444" r:id="rId339"/>
    <p:sldId id="438" r:id="rId340"/>
    <p:sldId id="449" r:id="rId341"/>
    <p:sldId id="453" r:id="rId342"/>
    <p:sldId id="454" r:id="rId343"/>
    <p:sldId id="443" r:id="rId344"/>
    <p:sldId id="447" r:id="rId345"/>
    <p:sldId id="431" r:id="rId346"/>
    <p:sldId id="448" r:id="rId347"/>
  </p:sldIdLst>
  <p:sldSz cx="9144000" cy="5143500" type="screen16x9"/>
  <p:notesSz cx="6858000" cy="9144000"/>
  <p:custDataLst>
    <p:tags r:id="rId350"/>
  </p:custDataLst>
  <p:defaultTextStyle>
    <a:defPPr lvl="0">
      <a:defRPr lang="en-GB"/>
    </a:defPPr>
    <a:lvl1pPr marL="0" lvl="1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lvl="2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lvl="3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lvl="4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68056-2CA2-4654-9E17-59AC172EDD9A}" v="21" dt="2026-03-23T21:40:12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8FC586E-5980-4304-BC0C-822B8F9B696A}" styleName="Table style Worldline">
    <a:wholeTbl>
      <a:tcTxStyle b="off" i="off">
        <a:font>
          <a:latin typeface="Arial"/>
          <a:ea typeface="Arial"/>
          <a:cs typeface="Arial"/>
        </a:font>
        <a:srgbClr val="3C3C3C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28575" cmpd="sng">
              <a:solidFill>
                <a:srgbClr val="FFFFFF"/>
              </a:solidFill>
            </a:ln>
          </a:insideH>
          <a:insideV>
            <a:ln w="28575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1H>
      <a:tcTxStyle b="off" i="off">
        <a:font>
          <a:latin typeface="Arial"/>
          <a:ea typeface="Arial"/>
          <a:cs typeface="Arial"/>
        </a:font>
        <a:srgbClr val="3C3C3C"/>
      </a:tcTxStyle>
      <a:tcStyle>
        <a:tcBdr>
          <a:top>
            <a:ln w="28575" cmpd="sng">
              <a:solidFill>
                <a:srgbClr val="FFFFFF"/>
              </a:solidFill>
            </a:ln>
          </a:top>
          <a:bottom>
            <a:ln w="28575" cmpd="sng">
              <a:solidFill>
                <a:srgbClr val="FFFFFF"/>
              </a:solidFill>
            </a:ln>
          </a:bottom>
          <a:insideH>
            <a:ln w="28575" cmpd="sng">
              <a:solidFill>
                <a:srgbClr val="FFFFFF"/>
              </a:solidFill>
            </a:ln>
          </a:insideH>
        </a:tcBdr>
        <a:fill>
          <a:solidFill>
            <a:srgbClr val="D9D9D9"/>
          </a:solidFill>
        </a:fill>
      </a:tcStyle>
    </a:band1H>
    <a:band2H>
      <a:tcTxStyle b="off" i="off">
        <a:font>
          <a:latin typeface="Arial"/>
          <a:ea typeface="Arial"/>
          <a:cs typeface="Arial"/>
        </a:font>
        <a:srgbClr val="3C3C3C"/>
      </a:tcTxStyle>
      <a:tcStyle>
        <a:tcBdr>
          <a:top>
            <a:ln w="28575" cmpd="sng">
              <a:solidFill>
                <a:srgbClr val="FFFFFF"/>
              </a:solidFill>
            </a:ln>
          </a:top>
          <a:bottom>
            <a:ln w="28575" cmpd="sng">
              <a:solidFill>
                <a:srgbClr val="FFFFFF"/>
              </a:solidFill>
            </a:ln>
          </a:bottom>
          <a:insideH>
            <a:ln w="28575" cmpd="sng">
              <a:solidFill>
                <a:srgbClr val="FFFFFF"/>
              </a:solidFill>
            </a:ln>
          </a:insideH>
        </a:tcBdr>
        <a:fill>
          <a:noFill/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right>
            <a:ln w="28575" cmpd="sng">
              <a:solidFill>
                <a:srgbClr val="FFFFFF"/>
              </a:solidFill>
            </a:ln>
          </a:right>
          <a:insideH>
            <a:ln w="28575" cmpd="sng">
              <a:solidFill>
                <a:srgbClr val="FFFFFF"/>
              </a:solidFill>
            </a:ln>
          </a:insideH>
        </a:tcBdr>
        <a:fill>
          <a:solidFill>
            <a:srgbClr val="46BEAA"/>
          </a:solidFill>
        </a:fill>
      </a:tcStyle>
    </a:firstCo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57150" cmpd="sng">
              <a:solidFill>
                <a:srgbClr val="FFFFFF"/>
              </a:solidFill>
            </a:ln>
          </a:bottom>
          <a:insideH>
            <a:ln w="28575" cmpd="sng">
              <a:solidFill>
                <a:srgbClr val="000000"/>
              </a:solidFill>
            </a:ln>
          </a:insideH>
        </a:tcBdr>
        <a:fill>
          <a:solidFill>
            <a:srgbClr val="2D8282"/>
          </a:solidFill>
        </a:fill>
      </a:tcStyle>
    </a:firstRow>
    <a:nwCell>
      <a:tcStyle>
        <a:tcBdr>
          <a:right>
            <a:ln w="12700" cmpd="sng">
              <a:solidFill>
                <a:srgbClr val="FFFFFF"/>
              </a:solidFill>
            </a:ln>
          </a:right>
          <a:bottom>
            <a:ln w="38100" cmpd="sng">
              <a:solidFill>
                <a:srgbClr val="FFFFFF"/>
              </a:solidFill>
            </a:ln>
          </a:bottom>
        </a:tcBdr>
        <a:fill>
          <a:noFill/>
        </a:fill>
      </a:tcStyle>
    </a:nwCell>
    <a:extLst>
      <a:ext uri="http://www.joulesunlimited.com/pptTableStyle"/>
    </a:extLst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52" autoAdjust="0"/>
  </p:normalViewPr>
  <p:slideViewPr>
    <p:cSldViewPr snapToGrid="0">
      <p:cViewPr varScale="1">
        <p:scale>
          <a:sx n="98" d="100"/>
          <a:sy n="98" d="100"/>
        </p:scale>
        <p:origin x="1046" y="72"/>
      </p:cViewPr>
      <p:guideLst/>
    </p:cSldViewPr>
  </p:slideViewPr>
  <p:outlineViewPr>
    <p:cViewPr>
      <p:scale>
        <a:sx n="33" d="100"/>
        <a:sy n="33" d="100"/>
      </p:scale>
      <p:origin x="0" y="-113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customXml" Target="../customXml/item117.xml"/><Relationship Id="rId299" Type="http://schemas.openxmlformats.org/officeDocument/2006/relationships/customXml" Target="../customXml/item299.xml"/><Relationship Id="rId303" Type="http://schemas.openxmlformats.org/officeDocument/2006/relationships/customXml" Target="../customXml/item303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63" Type="http://schemas.openxmlformats.org/officeDocument/2006/relationships/customXml" Target="../customXml/item63.xml"/><Relationship Id="rId84" Type="http://schemas.openxmlformats.org/officeDocument/2006/relationships/customXml" Target="../customXml/item84.xml"/><Relationship Id="rId138" Type="http://schemas.openxmlformats.org/officeDocument/2006/relationships/customXml" Target="../customXml/item138.xml"/><Relationship Id="rId159" Type="http://schemas.openxmlformats.org/officeDocument/2006/relationships/customXml" Target="../customXml/item159.xml"/><Relationship Id="rId324" Type="http://schemas.openxmlformats.org/officeDocument/2006/relationships/customXml" Target="../customXml/item324.xml"/><Relationship Id="rId345" Type="http://schemas.openxmlformats.org/officeDocument/2006/relationships/slide" Target="slides/slide11.xml"/><Relationship Id="rId170" Type="http://schemas.openxmlformats.org/officeDocument/2006/relationships/customXml" Target="../customXml/item170.xml"/><Relationship Id="rId191" Type="http://schemas.openxmlformats.org/officeDocument/2006/relationships/customXml" Target="../customXml/item191.xml"/><Relationship Id="rId205" Type="http://schemas.openxmlformats.org/officeDocument/2006/relationships/customXml" Target="../customXml/item205.xml"/><Relationship Id="rId226" Type="http://schemas.openxmlformats.org/officeDocument/2006/relationships/customXml" Target="../customXml/item226.xml"/><Relationship Id="rId247" Type="http://schemas.openxmlformats.org/officeDocument/2006/relationships/customXml" Target="../customXml/item247.xml"/><Relationship Id="rId107" Type="http://schemas.openxmlformats.org/officeDocument/2006/relationships/customXml" Target="../customXml/item107.xml"/><Relationship Id="rId268" Type="http://schemas.openxmlformats.org/officeDocument/2006/relationships/customXml" Target="../customXml/item268.xml"/><Relationship Id="rId289" Type="http://schemas.openxmlformats.org/officeDocument/2006/relationships/customXml" Target="../customXml/item289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53" Type="http://schemas.openxmlformats.org/officeDocument/2006/relationships/customXml" Target="../customXml/item53.xml"/><Relationship Id="rId74" Type="http://schemas.openxmlformats.org/officeDocument/2006/relationships/customXml" Target="../customXml/item74.xml"/><Relationship Id="rId128" Type="http://schemas.openxmlformats.org/officeDocument/2006/relationships/customXml" Target="../customXml/item128.xml"/><Relationship Id="rId149" Type="http://schemas.openxmlformats.org/officeDocument/2006/relationships/customXml" Target="../customXml/item149.xml"/><Relationship Id="rId314" Type="http://schemas.openxmlformats.org/officeDocument/2006/relationships/customXml" Target="../customXml/item314.xml"/><Relationship Id="rId335" Type="http://schemas.openxmlformats.org/officeDocument/2006/relationships/slide" Target="slides/slide1.xml"/><Relationship Id="rId356" Type="http://schemas.microsoft.com/office/2015/10/relationships/revisionInfo" Target="revisionInfo.xml"/><Relationship Id="rId5" Type="http://schemas.openxmlformats.org/officeDocument/2006/relationships/customXml" Target="../customXml/item5.xml"/><Relationship Id="rId95" Type="http://schemas.openxmlformats.org/officeDocument/2006/relationships/customXml" Target="../customXml/item95.xml"/><Relationship Id="rId160" Type="http://schemas.openxmlformats.org/officeDocument/2006/relationships/customXml" Target="../customXml/item160.xml"/><Relationship Id="rId181" Type="http://schemas.openxmlformats.org/officeDocument/2006/relationships/customXml" Target="../customXml/item181.xml"/><Relationship Id="rId216" Type="http://schemas.openxmlformats.org/officeDocument/2006/relationships/customXml" Target="../customXml/item216.xml"/><Relationship Id="rId237" Type="http://schemas.openxmlformats.org/officeDocument/2006/relationships/customXml" Target="../customXml/item237.xml"/><Relationship Id="rId258" Type="http://schemas.openxmlformats.org/officeDocument/2006/relationships/customXml" Target="../customXml/item258.xml"/><Relationship Id="rId279" Type="http://schemas.openxmlformats.org/officeDocument/2006/relationships/customXml" Target="../customXml/item279.xml"/><Relationship Id="rId22" Type="http://schemas.openxmlformats.org/officeDocument/2006/relationships/customXml" Target="../customXml/item22.xml"/><Relationship Id="rId43" Type="http://schemas.openxmlformats.org/officeDocument/2006/relationships/customXml" Target="../customXml/item43.xml"/><Relationship Id="rId64" Type="http://schemas.openxmlformats.org/officeDocument/2006/relationships/customXml" Target="../customXml/item64.xml"/><Relationship Id="rId118" Type="http://schemas.openxmlformats.org/officeDocument/2006/relationships/customXml" Target="../customXml/item118.xml"/><Relationship Id="rId139" Type="http://schemas.openxmlformats.org/officeDocument/2006/relationships/customXml" Target="../customXml/item139.xml"/><Relationship Id="rId290" Type="http://schemas.openxmlformats.org/officeDocument/2006/relationships/customXml" Target="../customXml/item290.xml"/><Relationship Id="rId304" Type="http://schemas.openxmlformats.org/officeDocument/2006/relationships/customXml" Target="../customXml/item304.xml"/><Relationship Id="rId325" Type="http://schemas.openxmlformats.org/officeDocument/2006/relationships/customXml" Target="../customXml/item325.xml"/><Relationship Id="rId346" Type="http://schemas.openxmlformats.org/officeDocument/2006/relationships/slide" Target="slides/slide12.xml"/><Relationship Id="rId85" Type="http://schemas.openxmlformats.org/officeDocument/2006/relationships/customXml" Target="../customXml/item85.xml"/><Relationship Id="rId150" Type="http://schemas.openxmlformats.org/officeDocument/2006/relationships/customXml" Target="../customXml/item150.xml"/><Relationship Id="rId171" Type="http://schemas.openxmlformats.org/officeDocument/2006/relationships/customXml" Target="../customXml/item171.xml"/><Relationship Id="rId192" Type="http://schemas.openxmlformats.org/officeDocument/2006/relationships/customXml" Target="../customXml/item192.xml"/><Relationship Id="rId206" Type="http://schemas.openxmlformats.org/officeDocument/2006/relationships/customXml" Target="../customXml/item206.xml"/><Relationship Id="rId227" Type="http://schemas.openxmlformats.org/officeDocument/2006/relationships/customXml" Target="../customXml/item227.xml"/><Relationship Id="rId248" Type="http://schemas.openxmlformats.org/officeDocument/2006/relationships/customXml" Target="../customXml/item248.xml"/><Relationship Id="rId269" Type="http://schemas.openxmlformats.org/officeDocument/2006/relationships/customXml" Target="../customXml/item269.xml"/><Relationship Id="rId12" Type="http://schemas.openxmlformats.org/officeDocument/2006/relationships/customXml" Target="../customXml/item12.xml"/><Relationship Id="rId33" Type="http://schemas.openxmlformats.org/officeDocument/2006/relationships/customXml" Target="../customXml/item33.xml"/><Relationship Id="rId108" Type="http://schemas.openxmlformats.org/officeDocument/2006/relationships/customXml" Target="../customXml/item108.xml"/><Relationship Id="rId129" Type="http://schemas.openxmlformats.org/officeDocument/2006/relationships/customXml" Target="../customXml/item129.xml"/><Relationship Id="rId280" Type="http://schemas.openxmlformats.org/officeDocument/2006/relationships/customXml" Target="../customXml/item280.xml"/><Relationship Id="rId315" Type="http://schemas.openxmlformats.org/officeDocument/2006/relationships/customXml" Target="../customXml/item315.xml"/><Relationship Id="rId336" Type="http://schemas.openxmlformats.org/officeDocument/2006/relationships/slide" Target="slides/slide2.xml"/><Relationship Id="rId54" Type="http://schemas.openxmlformats.org/officeDocument/2006/relationships/customXml" Target="../customXml/item54.xml"/><Relationship Id="rId75" Type="http://schemas.openxmlformats.org/officeDocument/2006/relationships/customXml" Target="../customXml/item75.xml"/><Relationship Id="rId96" Type="http://schemas.openxmlformats.org/officeDocument/2006/relationships/customXml" Target="../customXml/item96.xml"/><Relationship Id="rId140" Type="http://schemas.openxmlformats.org/officeDocument/2006/relationships/customXml" Target="../customXml/item140.xml"/><Relationship Id="rId161" Type="http://schemas.openxmlformats.org/officeDocument/2006/relationships/customXml" Target="../customXml/item161.xml"/><Relationship Id="rId182" Type="http://schemas.openxmlformats.org/officeDocument/2006/relationships/customXml" Target="../customXml/item182.xml"/><Relationship Id="rId217" Type="http://schemas.openxmlformats.org/officeDocument/2006/relationships/customXml" Target="../customXml/item217.xml"/><Relationship Id="rId6" Type="http://schemas.openxmlformats.org/officeDocument/2006/relationships/customXml" Target="../customXml/item6.xml"/><Relationship Id="rId238" Type="http://schemas.openxmlformats.org/officeDocument/2006/relationships/customXml" Target="../customXml/item238.xml"/><Relationship Id="rId259" Type="http://schemas.openxmlformats.org/officeDocument/2006/relationships/customXml" Target="../customXml/item259.xml"/><Relationship Id="rId23" Type="http://schemas.openxmlformats.org/officeDocument/2006/relationships/customXml" Target="../customXml/item23.xml"/><Relationship Id="rId119" Type="http://schemas.openxmlformats.org/officeDocument/2006/relationships/customXml" Target="../customXml/item119.xml"/><Relationship Id="rId270" Type="http://schemas.openxmlformats.org/officeDocument/2006/relationships/customXml" Target="../customXml/item270.xml"/><Relationship Id="rId291" Type="http://schemas.openxmlformats.org/officeDocument/2006/relationships/customXml" Target="../customXml/item291.xml"/><Relationship Id="rId305" Type="http://schemas.openxmlformats.org/officeDocument/2006/relationships/customXml" Target="../customXml/item305.xml"/><Relationship Id="rId326" Type="http://schemas.openxmlformats.org/officeDocument/2006/relationships/customXml" Target="../customXml/item326.xml"/><Relationship Id="rId347" Type="http://schemas.openxmlformats.org/officeDocument/2006/relationships/slide" Target="slides/slide13.xml"/><Relationship Id="rId44" Type="http://schemas.openxmlformats.org/officeDocument/2006/relationships/customXml" Target="../customXml/item44.xml"/><Relationship Id="rId65" Type="http://schemas.openxmlformats.org/officeDocument/2006/relationships/customXml" Target="../customXml/item65.xml"/><Relationship Id="rId86" Type="http://schemas.openxmlformats.org/officeDocument/2006/relationships/customXml" Target="../customXml/item86.xml"/><Relationship Id="rId130" Type="http://schemas.openxmlformats.org/officeDocument/2006/relationships/customXml" Target="../customXml/item130.xml"/><Relationship Id="rId151" Type="http://schemas.openxmlformats.org/officeDocument/2006/relationships/customXml" Target="../customXml/item151.xml"/><Relationship Id="rId172" Type="http://schemas.openxmlformats.org/officeDocument/2006/relationships/customXml" Target="../customXml/item172.xml"/><Relationship Id="rId193" Type="http://schemas.openxmlformats.org/officeDocument/2006/relationships/customXml" Target="../customXml/item193.xml"/><Relationship Id="rId207" Type="http://schemas.openxmlformats.org/officeDocument/2006/relationships/customXml" Target="../customXml/item207.xml"/><Relationship Id="rId228" Type="http://schemas.openxmlformats.org/officeDocument/2006/relationships/customXml" Target="../customXml/item228.xml"/><Relationship Id="rId249" Type="http://schemas.openxmlformats.org/officeDocument/2006/relationships/customXml" Target="../customXml/item249.xml"/><Relationship Id="rId13" Type="http://schemas.openxmlformats.org/officeDocument/2006/relationships/customXml" Target="../customXml/item13.xml"/><Relationship Id="rId109" Type="http://schemas.openxmlformats.org/officeDocument/2006/relationships/customXml" Target="../customXml/item109.xml"/><Relationship Id="rId260" Type="http://schemas.openxmlformats.org/officeDocument/2006/relationships/customXml" Target="../customXml/item260.xml"/><Relationship Id="rId281" Type="http://schemas.openxmlformats.org/officeDocument/2006/relationships/customXml" Target="../customXml/item281.xml"/><Relationship Id="rId316" Type="http://schemas.openxmlformats.org/officeDocument/2006/relationships/customXml" Target="../customXml/item316.xml"/><Relationship Id="rId337" Type="http://schemas.openxmlformats.org/officeDocument/2006/relationships/slide" Target="slides/slide3.xml"/><Relationship Id="rId34" Type="http://schemas.openxmlformats.org/officeDocument/2006/relationships/customXml" Target="../customXml/item34.xml"/><Relationship Id="rId55" Type="http://schemas.openxmlformats.org/officeDocument/2006/relationships/customXml" Target="../customXml/item55.xml"/><Relationship Id="rId76" Type="http://schemas.openxmlformats.org/officeDocument/2006/relationships/customXml" Target="../customXml/item76.xml"/><Relationship Id="rId97" Type="http://schemas.openxmlformats.org/officeDocument/2006/relationships/customXml" Target="../customXml/item97.xml"/><Relationship Id="rId120" Type="http://schemas.openxmlformats.org/officeDocument/2006/relationships/customXml" Target="../customXml/item120.xml"/><Relationship Id="rId141" Type="http://schemas.openxmlformats.org/officeDocument/2006/relationships/customXml" Target="../customXml/item141.xml"/><Relationship Id="rId7" Type="http://schemas.openxmlformats.org/officeDocument/2006/relationships/customXml" Target="../customXml/item7.xml"/><Relationship Id="rId162" Type="http://schemas.openxmlformats.org/officeDocument/2006/relationships/customXml" Target="../customXml/item162.xml"/><Relationship Id="rId183" Type="http://schemas.openxmlformats.org/officeDocument/2006/relationships/customXml" Target="../customXml/item183.xml"/><Relationship Id="rId218" Type="http://schemas.openxmlformats.org/officeDocument/2006/relationships/customXml" Target="../customXml/item218.xml"/><Relationship Id="rId239" Type="http://schemas.openxmlformats.org/officeDocument/2006/relationships/customXml" Target="../customXml/item239.xml"/><Relationship Id="rId250" Type="http://schemas.openxmlformats.org/officeDocument/2006/relationships/customXml" Target="../customXml/item250.xml"/><Relationship Id="rId271" Type="http://schemas.openxmlformats.org/officeDocument/2006/relationships/customXml" Target="../customXml/item271.xml"/><Relationship Id="rId292" Type="http://schemas.openxmlformats.org/officeDocument/2006/relationships/customXml" Target="../customXml/item292.xml"/><Relationship Id="rId306" Type="http://schemas.openxmlformats.org/officeDocument/2006/relationships/customXml" Target="../customXml/item306.xml"/><Relationship Id="rId24" Type="http://schemas.openxmlformats.org/officeDocument/2006/relationships/customXml" Target="../customXml/item24.xml"/><Relationship Id="rId45" Type="http://schemas.openxmlformats.org/officeDocument/2006/relationships/customXml" Target="../customXml/item45.xml"/><Relationship Id="rId66" Type="http://schemas.openxmlformats.org/officeDocument/2006/relationships/customXml" Target="../customXml/item66.xml"/><Relationship Id="rId87" Type="http://schemas.openxmlformats.org/officeDocument/2006/relationships/customXml" Target="../customXml/item87.xml"/><Relationship Id="rId110" Type="http://schemas.openxmlformats.org/officeDocument/2006/relationships/customXml" Target="../customXml/item110.xml"/><Relationship Id="rId131" Type="http://schemas.openxmlformats.org/officeDocument/2006/relationships/customXml" Target="../customXml/item131.xml"/><Relationship Id="rId327" Type="http://schemas.openxmlformats.org/officeDocument/2006/relationships/customXml" Target="../customXml/item327.xml"/><Relationship Id="rId348" Type="http://schemas.openxmlformats.org/officeDocument/2006/relationships/notesMaster" Target="notesMasters/notesMaster1.xml"/><Relationship Id="rId152" Type="http://schemas.openxmlformats.org/officeDocument/2006/relationships/customXml" Target="../customXml/item152.xml"/><Relationship Id="rId173" Type="http://schemas.openxmlformats.org/officeDocument/2006/relationships/customXml" Target="../customXml/item173.xml"/><Relationship Id="rId194" Type="http://schemas.openxmlformats.org/officeDocument/2006/relationships/customXml" Target="../customXml/item194.xml"/><Relationship Id="rId208" Type="http://schemas.openxmlformats.org/officeDocument/2006/relationships/customXml" Target="../customXml/item208.xml"/><Relationship Id="rId229" Type="http://schemas.openxmlformats.org/officeDocument/2006/relationships/customXml" Target="../customXml/item229.xml"/><Relationship Id="rId240" Type="http://schemas.openxmlformats.org/officeDocument/2006/relationships/customXml" Target="../customXml/item240.xml"/><Relationship Id="rId261" Type="http://schemas.openxmlformats.org/officeDocument/2006/relationships/customXml" Target="../customXml/item261.xml"/><Relationship Id="rId14" Type="http://schemas.openxmlformats.org/officeDocument/2006/relationships/customXml" Target="../customXml/item14.xml"/><Relationship Id="rId35" Type="http://schemas.openxmlformats.org/officeDocument/2006/relationships/customXml" Target="../customXml/item35.xml"/><Relationship Id="rId56" Type="http://schemas.openxmlformats.org/officeDocument/2006/relationships/customXml" Target="../customXml/item56.xml"/><Relationship Id="rId77" Type="http://schemas.openxmlformats.org/officeDocument/2006/relationships/customXml" Target="../customXml/item77.xml"/><Relationship Id="rId100" Type="http://schemas.openxmlformats.org/officeDocument/2006/relationships/customXml" Target="../customXml/item100.xml"/><Relationship Id="rId282" Type="http://schemas.openxmlformats.org/officeDocument/2006/relationships/customXml" Target="../customXml/item282.xml"/><Relationship Id="rId317" Type="http://schemas.openxmlformats.org/officeDocument/2006/relationships/customXml" Target="../customXml/item317.xml"/><Relationship Id="rId338" Type="http://schemas.openxmlformats.org/officeDocument/2006/relationships/slide" Target="slides/slide4.xml"/><Relationship Id="rId8" Type="http://schemas.openxmlformats.org/officeDocument/2006/relationships/customXml" Target="../customXml/item8.xml"/><Relationship Id="rId98" Type="http://schemas.openxmlformats.org/officeDocument/2006/relationships/customXml" Target="../customXml/item98.xml"/><Relationship Id="rId121" Type="http://schemas.openxmlformats.org/officeDocument/2006/relationships/customXml" Target="../customXml/item121.xml"/><Relationship Id="rId142" Type="http://schemas.openxmlformats.org/officeDocument/2006/relationships/customXml" Target="../customXml/item142.xml"/><Relationship Id="rId163" Type="http://schemas.openxmlformats.org/officeDocument/2006/relationships/customXml" Target="../customXml/item163.xml"/><Relationship Id="rId184" Type="http://schemas.openxmlformats.org/officeDocument/2006/relationships/customXml" Target="../customXml/item184.xml"/><Relationship Id="rId219" Type="http://schemas.openxmlformats.org/officeDocument/2006/relationships/customXml" Target="../customXml/item219.xml"/><Relationship Id="rId230" Type="http://schemas.openxmlformats.org/officeDocument/2006/relationships/customXml" Target="../customXml/item230.xml"/><Relationship Id="rId251" Type="http://schemas.openxmlformats.org/officeDocument/2006/relationships/customXml" Target="../customXml/item251.xml"/><Relationship Id="rId25" Type="http://schemas.openxmlformats.org/officeDocument/2006/relationships/customXml" Target="../customXml/item25.xml"/><Relationship Id="rId46" Type="http://schemas.openxmlformats.org/officeDocument/2006/relationships/customXml" Target="../customXml/item46.xml"/><Relationship Id="rId67" Type="http://schemas.openxmlformats.org/officeDocument/2006/relationships/customXml" Target="../customXml/item67.xml"/><Relationship Id="rId272" Type="http://schemas.openxmlformats.org/officeDocument/2006/relationships/customXml" Target="../customXml/item272.xml"/><Relationship Id="rId293" Type="http://schemas.openxmlformats.org/officeDocument/2006/relationships/customXml" Target="../customXml/item293.xml"/><Relationship Id="rId307" Type="http://schemas.openxmlformats.org/officeDocument/2006/relationships/customXml" Target="../customXml/item307.xml"/><Relationship Id="rId328" Type="http://schemas.openxmlformats.org/officeDocument/2006/relationships/customXml" Target="../customXml/item328.xml"/><Relationship Id="rId349" Type="http://schemas.openxmlformats.org/officeDocument/2006/relationships/handoutMaster" Target="handoutMasters/handoutMaster1.xml"/><Relationship Id="rId88" Type="http://schemas.openxmlformats.org/officeDocument/2006/relationships/customXml" Target="../customXml/item88.xml"/><Relationship Id="rId111" Type="http://schemas.openxmlformats.org/officeDocument/2006/relationships/customXml" Target="../customXml/item111.xml"/><Relationship Id="rId132" Type="http://schemas.openxmlformats.org/officeDocument/2006/relationships/customXml" Target="../customXml/item132.xml"/><Relationship Id="rId153" Type="http://schemas.openxmlformats.org/officeDocument/2006/relationships/customXml" Target="../customXml/item153.xml"/><Relationship Id="rId174" Type="http://schemas.openxmlformats.org/officeDocument/2006/relationships/customXml" Target="../customXml/item174.xml"/><Relationship Id="rId195" Type="http://schemas.openxmlformats.org/officeDocument/2006/relationships/customXml" Target="../customXml/item195.xml"/><Relationship Id="rId209" Type="http://schemas.openxmlformats.org/officeDocument/2006/relationships/customXml" Target="../customXml/item209.xml"/><Relationship Id="rId190" Type="http://schemas.openxmlformats.org/officeDocument/2006/relationships/customXml" Target="../customXml/item190.xml"/><Relationship Id="rId204" Type="http://schemas.openxmlformats.org/officeDocument/2006/relationships/customXml" Target="../customXml/item204.xml"/><Relationship Id="rId220" Type="http://schemas.openxmlformats.org/officeDocument/2006/relationships/customXml" Target="../customXml/item220.xml"/><Relationship Id="rId225" Type="http://schemas.openxmlformats.org/officeDocument/2006/relationships/customXml" Target="../customXml/item225.xml"/><Relationship Id="rId241" Type="http://schemas.openxmlformats.org/officeDocument/2006/relationships/customXml" Target="../customXml/item241.xml"/><Relationship Id="rId246" Type="http://schemas.openxmlformats.org/officeDocument/2006/relationships/customXml" Target="../customXml/item246.xml"/><Relationship Id="rId267" Type="http://schemas.openxmlformats.org/officeDocument/2006/relationships/customXml" Target="../customXml/item267.xml"/><Relationship Id="rId288" Type="http://schemas.openxmlformats.org/officeDocument/2006/relationships/customXml" Target="../customXml/item288.xml"/><Relationship Id="rId15" Type="http://schemas.openxmlformats.org/officeDocument/2006/relationships/customXml" Target="../customXml/item15.xml"/><Relationship Id="rId36" Type="http://schemas.openxmlformats.org/officeDocument/2006/relationships/customXml" Target="../customXml/item36.xml"/><Relationship Id="rId57" Type="http://schemas.openxmlformats.org/officeDocument/2006/relationships/customXml" Target="../customXml/item57.xml"/><Relationship Id="rId106" Type="http://schemas.openxmlformats.org/officeDocument/2006/relationships/customXml" Target="../customXml/item106.xml"/><Relationship Id="rId127" Type="http://schemas.openxmlformats.org/officeDocument/2006/relationships/customXml" Target="../customXml/item127.xml"/><Relationship Id="rId262" Type="http://schemas.openxmlformats.org/officeDocument/2006/relationships/customXml" Target="../customXml/item262.xml"/><Relationship Id="rId283" Type="http://schemas.openxmlformats.org/officeDocument/2006/relationships/customXml" Target="../customXml/item283.xml"/><Relationship Id="rId313" Type="http://schemas.openxmlformats.org/officeDocument/2006/relationships/customXml" Target="../customXml/item313.xml"/><Relationship Id="rId318" Type="http://schemas.openxmlformats.org/officeDocument/2006/relationships/customXml" Target="../customXml/item318.xml"/><Relationship Id="rId339" Type="http://schemas.openxmlformats.org/officeDocument/2006/relationships/slide" Target="slides/slide5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52" Type="http://schemas.openxmlformats.org/officeDocument/2006/relationships/customXml" Target="../customXml/item52.xml"/><Relationship Id="rId73" Type="http://schemas.openxmlformats.org/officeDocument/2006/relationships/customXml" Target="../customXml/item73.xml"/><Relationship Id="rId78" Type="http://schemas.openxmlformats.org/officeDocument/2006/relationships/customXml" Target="../customXml/item78.xml"/><Relationship Id="rId94" Type="http://schemas.openxmlformats.org/officeDocument/2006/relationships/customXml" Target="../customXml/item94.xml"/><Relationship Id="rId99" Type="http://schemas.openxmlformats.org/officeDocument/2006/relationships/customXml" Target="../customXml/item99.xml"/><Relationship Id="rId101" Type="http://schemas.openxmlformats.org/officeDocument/2006/relationships/customXml" Target="../customXml/item101.xml"/><Relationship Id="rId122" Type="http://schemas.openxmlformats.org/officeDocument/2006/relationships/customXml" Target="../customXml/item122.xml"/><Relationship Id="rId143" Type="http://schemas.openxmlformats.org/officeDocument/2006/relationships/customXml" Target="../customXml/item143.xml"/><Relationship Id="rId148" Type="http://schemas.openxmlformats.org/officeDocument/2006/relationships/customXml" Target="../customXml/item148.xml"/><Relationship Id="rId164" Type="http://schemas.openxmlformats.org/officeDocument/2006/relationships/customXml" Target="../customXml/item164.xml"/><Relationship Id="rId169" Type="http://schemas.openxmlformats.org/officeDocument/2006/relationships/customXml" Target="../customXml/item169.xml"/><Relationship Id="rId185" Type="http://schemas.openxmlformats.org/officeDocument/2006/relationships/customXml" Target="../customXml/item185.xml"/><Relationship Id="rId334" Type="http://schemas.openxmlformats.org/officeDocument/2006/relationships/slideMaster" Target="slideMasters/slideMaster1.xml"/><Relationship Id="rId350" Type="http://schemas.openxmlformats.org/officeDocument/2006/relationships/tags" Target="tags/tag1.xml"/><Relationship Id="rId355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80" Type="http://schemas.openxmlformats.org/officeDocument/2006/relationships/customXml" Target="../customXml/item180.xml"/><Relationship Id="rId210" Type="http://schemas.openxmlformats.org/officeDocument/2006/relationships/customXml" Target="../customXml/item210.xml"/><Relationship Id="rId215" Type="http://schemas.openxmlformats.org/officeDocument/2006/relationships/customXml" Target="../customXml/item215.xml"/><Relationship Id="rId236" Type="http://schemas.openxmlformats.org/officeDocument/2006/relationships/customXml" Target="../customXml/item236.xml"/><Relationship Id="rId257" Type="http://schemas.openxmlformats.org/officeDocument/2006/relationships/customXml" Target="../customXml/item257.xml"/><Relationship Id="rId278" Type="http://schemas.openxmlformats.org/officeDocument/2006/relationships/customXml" Target="../customXml/item278.xml"/><Relationship Id="rId26" Type="http://schemas.openxmlformats.org/officeDocument/2006/relationships/customXml" Target="../customXml/item26.xml"/><Relationship Id="rId231" Type="http://schemas.openxmlformats.org/officeDocument/2006/relationships/customXml" Target="../customXml/item231.xml"/><Relationship Id="rId252" Type="http://schemas.openxmlformats.org/officeDocument/2006/relationships/customXml" Target="../customXml/item252.xml"/><Relationship Id="rId273" Type="http://schemas.openxmlformats.org/officeDocument/2006/relationships/customXml" Target="../customXml/item273.xml"/><Relationship Id="rId294" Type="http://schemas.openxmlformats.org/officeDocument/2006/relationships/customXml" Target="../customXml/item294.xml"/><Relationship Id="rId308" Type="http://schemas.openxmlformats.org/officeDocument/2006/relationships/customXml" Target="../customXml/item308.xml"/><Relationship Id="rId329" Type="http://schemas.openxmlformats.org/officeDocument/2006/relationships/customXml" Target="../customXml/item329.xml"/><Relationship Id="rId47" Type="http://schemas.openxmlformats.org/officeDocument/2006/relationships/customXml" Target="../customXml/item47.xml"/><Relationship Id="rId68" Type="http://schemas.openxmlformats.org/officeDocument/2006/relationships/customXml" Target="../customXml/item68.xml"/><Relationship Id="rId89" Type="http://schemas.openxmlformats.org/officeDocument/2006/relationships/customXml" Target="../customXml/item89.xml"/><Relationship Id="rId112" Type="http://schemas.openxmlformats.org/officeDocument/2006/relationships/customXml" Target="../customXml/item112.xml"/><Relationship Id="rId133" Type="http://schemas.openxmlformats.org/officeDocument/2006/relationships/customXml" Target="../customXml/item133.xml"/><Relationship Id="rId154" Type="http://schemas.openxmlformats.org/officeDocument/2006/relationships/customXml" Target="../customXml/item154.xml"/><Relationship Id="rId175" Type="http://schemas.openxmlformats.org/officeDocument/2006/relationships/customXml" Target="../customXml/item175.xml"/><Relationship Id="rId340" Type="http://schemas.openxmlformats.org/officeDocument/2006/relationships/slide" Target="slides/slide6.xml"/><Relationship Id="rId196" Type="http://schemas.openxmlformats.org/officeDocument/2006/relationships/customXml" Target="../customXml/item196.xml"/><Relationship Id="rId200" Type="http://schemas.openxmlformats.org/officeDocument/2006/relationships/customXml" Target="../customXml/item200.xml"/><Relationship Id="rId16" Type="http://schemas.openxmlformats.org/officeDocument/2006/relationships/customXml" Target="../customXml/item16.xml"/><Relationship Id="rId221" Type="http://schemas.openxmlformats.org/officeDocument/2006/relationships/customXml" Target="../customXml/item221.xml"/><Relationship Id="rId242" Type="http://schemas.openxmlformats.org/officeDocument/2006/relationships/customXml" Target="../customXml/item242.xml"/><Relationship Id="rId263" Type="http://schemas.openxmlformats.org/officeDocument/2006/relationships/customXml" Target="../customXml/item263.xml"/><Relationship Id="rId284" Type="http://schemas.openxmlformats.org/officeDocument/2006/relationships/customXml" Target="../customXml/item284.xml"/><Relationship Id="rId319" Type="http://schemas.openxmlformats.org/officeDocument/2006/relationships/customXml" Target="../customXml/item319.xml"/><Relationship Id="rId37" Type="http://schemas.openxmlformats.org/officeDocument/2006/relationships/customXml" Target="../customXml/item37.xml"/><Relationship Id="rId58" Type="http://schemas.openxmlformats.org/officeDocument/2006/relationships/customXml" Target="../customXml/item58.xml"/><Relationship Id="rId79" Type="http://schemas.openxmlformats.org/officeDocument/2006/relationships/customXml" Target="../customXml/item79.xml"/><Relationship Id="rId102" Type="http://schemas.openxmlformats.org/officeDocument/2006/relationships/customXml" Target="../customXml/item102.xml"/><Relationship Id="rId123" Type="http://schemas.openxmlformats.org/officeDocument/2006/relationships/customXml" Target="../customXml/item123.xml"/><Relationship Id="rId144" Type="http://schemas.openxmlformats.org/officeDocument/2006/relationships/customXml" Target="../customXml/item144.xml"/><Relationship Id="rId330" Type="http://schemas.openxmlformats.org/officeDocument/2006/relationships/customXml" Target="../customXml/item330.xml"/><Relationship Id="rId90" Type="http://schemas.openxmlformats.org/officeDocument/2006/relationships/customXml" Target="../customXml/item90.xml"/><Relationship Id="rId165" Type="http://schemas.openxmlformats.org/officeDocument/2006/relationships/customXml" Target="../customXml/item165.xml"/><Relationship Id="rId186" Type="http://schemas.openxmlformats.org/officeDocument/2006/relationships/customXml" Target="../customXml/item186.xml"/><Relationship Id="rId351" Type="http://schemas.openxmlformats.org/officeDocument/2006/relationships/presProps" Target="presProps.xml"/><Relationship Id="rId211" Type="http://schemas.openxmlformats.org/officeDocument/2006/relationships/customXml" Target="../customXml/item211.xml"/><Relationship Id="rId232" Type="http://schemas.openxmlformats.org/officeDocument/2006/relationships/customXml" Target="../customXml/item232.xml"/><Relationship Id="rId253" Type="http://schemas.openxmlformats.org/officeDocument/2006/relationships/customXml" Target="../customXml/item253.xml"/><Relationship Id="rId274" Type="http://schemas.openxmlformats.org/officeDocument/2006/relationships/customXml" Target="../customXml/item274.xml"/><Relationship Id="rId295" Type="http://schemas.openxmlformats.org/officeDocument/2006/relationships/customXml" Target="../customXml/item295.xml"/><Relationship Id="rId309" Type="http://schemas.openxmlformats.org/officeDocument/2006/relationships/customXml" Target="../customXml/item309.xml"/><Relationship Id="rId27" Type="http://schemas.openxmlformats.org/officeDocument/2006/relationships/customXml" Target="../customXml/item27.xml"/><Relationship Id="rId48" Type="http://schemas.openxmlformats.org/officeDocument/2006/relationships/customXml" Target="../customXml/item48.xml"/><Relationship Id="rId69" Type="http://schemas.openxmlformats.org/officeDocument/2006/relationships/customXml" Target="../customXml/item69.xml"/><Relationship Id="rId113" Type="http://schemas.openxmlformats.org/officeDocument/2006/relationships/customXml" Target="../customXml/item113.xml"/><Relationship Id="rId134" Type="http://schemas.openxmlformats.org/officeDocument/2006/relationships/customXml" Target="../customXml/item134.xml"/><Relationship Id="rId320" Type="http://schemas.openxmlformats.org/officeDocument/2006/relationships/customXml" Target="../customXml/item320.xml"/><Relationship Id="rId80" Type="http://schemas.openxmlformats.org/officeDocument/2006/relationships/customXml" Target="../customXml/item80.xml"/><Relationship Id="rId155" Type="http://schemas.openxmlformats.org/officeDocument/2006/relationships/customXml" Target="../customXml/item155.xml"/><Relationship Id="rId176" Type="http://schemas.openxmlformats.org/officeDocument/2006/relationships/customXml" Target="../customXml/item176.xml"/><Relationship Id="rId197" Type="http://schemas.openxmlformats.org/officeDocument/2006/relationships/customXml" Target="../customXml/item197.xml"/><Relationship Id="rId341" Type="http://schemas.openxmlformats.org/officeDocument/2006/relationships/slide" Target="slides/slide7.xml"/><Relationship Id="rId201" Type="http://schemas.openxmlformats.org/officeDocument/2006/relationships/customXml" Target="../customXml/item201.xml"/><Relationship Id="rId222" Type="http://schemas.openxmlformats.org/officeDocument/2006/relationships/customXml" Target="../customXml/item222.xml"/><Relationship Id="rId243" Type="http://schemas.openxmlformats.org/officeDocument/2006/relationships/customXml" Target="../customXml/item243.xml"/><Relationship Id="rId264" Type="http://schemas.openxmlformats.org/officeDocument/2006/relationships/customXml" Target="../customXml/item264.xml"/><Relationship Id="rId285" Type="http://schemas.openxmlformats.org/officeDocument/2006/relationships/customXml" Target="../customXml/item285.xml"/><Relationship Id="rId17" Type="http://schemas.openxmlformats.org/officeDocument/2006/relationships/customXml" Target="../customXml/item17.xml"/><Relationship Id="rId38" Type="http://schemas.openxmlformats.org/officeDocument/2006/relationships/customXml" Target="../customXml/item38.xml"/><Relationship Id="rId59" Type="http://schemas.openxmlformats.org/officeDocument/2006/relationships/customXml" Target="../customXml/item59.xml"/><Relationship Id="rId103" Type="http://schemas.openxmlformats.org/officeDocument/2006/relationships/customXml" Target="../customXml/item103.xml"/><Relationship Id="rId124" Type="http://schemas.openxmlformats.org/officeDocument/2006/relationships/customXml" Target="../customXml/item124.xml"/><Relationship Id="rId310" Type="http://schemas.openxmlformats.org/officeDocument/2006/relationships/customXml" Target="../customXml/item310.xml"/><Relationship Id="rId70" Type="http://schemas.openxmlformats.org/officeDocument/2006/relationships/customXml" Target="../customXml/item70.xml"/><Relationship Id="rId91" Type="http://schemas.openxmlformats.org/officeDocument/2006/relationships/customXml" Target="../customXml/item91.xml"/><Relationship Id="rId145" Type="http://schemas.openxmlformats.org/officeDocument/2006/relationships/customXml" Target="../customXml/item145.xml"/><Relationship Id="rId166" Type="http://schemas.openxmlformats.org/officeDocument/2006/relationships/customXml" Target="../customXml/item166.xml"/><Relationship Id="rId187" Type="http://schemas.openxmlformats.org/officeDocument/2006/relationships/customXml" Target="../customXml/item187.xml"/><Relationship Id="rId331" Type="http://schemas.openxmlformats.org/officeDocument/2006/relationships/customXml" Target="../customXml/item331.xml"/><Relationship Id="rId352" Type="http://schemas.openxmlformats.org/officeDocument/2006/relationships/viewProps" Target="viewProps.xml"/><Relationship Id="rId1" Type="http://schemas.openxmlformats.org/officeDocument/2006/relationships/customXml" Target="../customXml/item1.xml"/><Relationship Id="rId212" Type="http://schemas.openxmlformats.org/officeDocument/2006/relationships/customXml" Target="../customXml/item212.xml"/><Relationship Id="rId233" Type="http://schemas.openxmlformats.org/officeDocument/2006/relationships/customXml" Target="../customXml/item233.xml"/><Relationship Id="rId254" Type="http://schemas.openxmlformats.org/officeDocument/2006/relationships/customXml" Target="../customXml/item254.xml"/><Relationship Id="rId28" Type="http://schemas.openxmlformats.org/officeDocument/2006/relationships/customXml" Target="../customXml/item28.xml"/><Relationship Id="rId49" Type="http://schemas.openxmlformats.org/officeDocument/2006/relationships/customXml" Target="../customXml/item49.xml"/><Relationship Id="rId114" Type="http://schemas.openxmlformats.org/officeDocument/2006/relationships/customXml" Target="../customXml/item114.xml"/><Relationship Id="rId275" Type="http://schemas.openxmlformats.org/officeDocument/2006/relationships/customXml" Target="../customXml/item275.xml"/><Relationship Id="rId296" Type="http://schemas.openxmlformats.org/officeDocument/2006/relationships/customXml" Target="../customXml/item296.xml"/><Relationship Id="rId300" Type="http://schemas.openxmlformats.org/officeDocument/2006/relationships/customXml" Target="../customXml/item300.xml"/><Relationship Id="rId60" Type="http://schemas.openxmlformats.org/officeDocument/2006/relationships/customXml" Target="../customXml/item60.xml"/><Relationship Id="rId81" Type="http://schemas.openxmlformats.org/officeDocument/2006/relationships/customXml" Target="../customXml/item81.xml"/><Relationship Id="rId135" Type="http://schemas.openxmlformats.org/officeDocument/2006/relationships/customXml" Target="../customXml/item135.xml"/><Relationship Id="rId156" Type="http://schemas.openxmlformats.org/officeDocument/2006/relationships/customXml" Target="../customXml/item156.xml"/><Relationship Id="rId177" Type="http://schemas.openxmlformats.org/officeDocument/2006/relationships/customXml" Target="../customXml/item177.xml"/><Relationship Id="rId198" Type="http://schemas.openxmlformats.org/officeDocument/2006/relationships/customXml" Target="../customXml/item198.xml"/><Relationship Id="rId321" Type="http://schemas.openxmlformats.org/officeDocument/2006/relationships/customXml" Target="../customXml/item321.xml"/><Relationship Id="rId342" Type="http://schemas.openxmlformats.org/officeDocument/2006/relationships/slide" Target="slides/slide8.xml"/><Relationship Id="rId202" Type="http://schemas.openxmlformats.org/officeDocument/2006/relationships/customXml" Target="../customXml/item202.xml"/><Relationship Id="rId223" Type="http://schemas.openxmlformats.org/officeDocument/2006/relationships/customXml" Target="../customXml/item223.xml"/><Relationship Id="rId244" Type="http://schemas.openxmlformats.org/officeDocument/2006/relationships/customXml" Target="../customXml/item244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265" Type="http://schemas.openxmlformats.org/officeDocument/2006/relationships/customXml" Target="../customXml/item265.xml"/><Relationship Id="rId286" Type="http://schemas.openxmlformats.org/officeDocument/2006/relationships/customXml" Target="../customXml/item286.xml"/><Relationship Id="rId50" Type="http://schemas.openxmlformats.org/officeDocument/2006/relationships/customXml" Target="../customXml/item50.xml"/><Relationship Id="rId104" Type="http://schemas.openxmlformats.org/officeDocument/2006/relationships/customXml" Target="../customXml/item104.xml"/><Relationship Id="rId125" Type="http://schemas.openxmlformats.org/officeDocument/2006/relationships/customXml" Target="../customXml/item125.xml"/><Relationship Id="rId146" Type="http://schemas.openxmlformats.org/officeDocument/2006/relationships/customXml" Target="../customXml/item146.xml"/><Relationship Id="rId167" Type="http://schemas.openxmlformats.org/officeDocument/2006/relationships/customXml" Target="../customXml/item167.xml"/><Relationship Id="rId188" Type="http://schemas.openxmlformats.org/officeDocument/2006/relationships/customXml" Target="../customXml/item188.xml"/><Relationship Id="rId311" Type="http://schemas.openxmlformats.org/officeDocument/2006/relationships/customXml" Target="../customXml/item311.xml"/><Relationship Id="rId332" Type="http://schemas.openxmlformats.org/officeDocument/2006/relationships/customXml" Target="../customXml/item332.xml"/><Relationship Id="rId353" Type="http://schemas.openxmlformats.org/officeDocument/2006/relationships/theme" Target="theme/theme1.xml"/><Relationship Id="rId71" Type="http://schemas.openxmlformats.org/officeDocument/2006/relationships/customXml" Target="../customXml/item71.xml"/><Relationship Id="rId92" Type="http://schemas.openxmlformats.org/officeDocument/2006/relationships/customXml" Target="../customXml/item92.xml"/><Relationship Id="rId213" Type="http://schemas.openxmlformats.org/officeDocument/2006/relationships/customXml" Target="../customXml/item213.xml"/><Relationship Id="rId234" Type="http://schemas.openxmlformats.org/officeDocument/2006/relationships/customXml" Target="../customXml/item234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55" Type="http://schemas.openxmlformats.org/officeDocument/2006/relationships/customXml" Target="../customXml/item255.xml"/><Relationship Id="rId276" Type="http://schemas.openxmlformats.org/officeDocument/2006/relationships/customXml" Target="../customXml/item276.xml"/><Relationship Id="rId297" Type="http://schemas.openxmlformats.org/officeDocument/2006/relationships/customXml" Target="../customXml/item297.xml"/><Relationship Id="rId40" Type="http://schemas.openxmlformats.org/officeDocument/2006/relationships/customXml" Target="../customXml/item40.xml"/><Relationship Id="rId115" Type="http://schemas.openxmlformats.org/officeDocument/2006/relationships/customXml" Target="../customXml/item115.xml"/><Relationship Id="rId136" Type="http://schemas.openxmlformats.org/officeDocument/2006/relationships/customXml" Target="../customXml/item136.xml"/><Relationship Id="rId157" Type="http://schemas.openxmlformats.org/officeDocument/2006/relationships/customXml" Target="../customXml/item157.xml"/><Relationship Id="rId178" Type="http://schemas.openxmlformats.org/officeDocument/2006/relationships/customXml" Target="../customXml/item178.xml"/><Relationship Id="rId301" Type="http://schemas.openxmlformats.org/officeDocument/2006/relationships/customXml" Target="../customXml/item301.xml"/><Relationship Id="rId322" Type="http://schemas.openxmlformats.org/officeDocument/2006/relationships/customXml" Target="../customXml/item322.xml"/><Relationship Id="rId343" Type="http://schemas.openxmlformats.org/officeDocument/2006/relationships/slide" Target="slides/slide9.xml"/><Relationship Id="rId61" Type="http://schemas.openxmlformats.org/officeDocument/2006/relationships/customXml" Target="../customXml/item61.xml"/><Relationship Id="rId82" Type="http://schemas.openxmlformats.org/officeDocument/2006/relationships/customXml" Target="../customXml/item82.xml"/><Relationship Id="rId199" Type="http://schemas.openxmlformats.org/officeDocument/2006/relationships/customXml" Target="../customXml/item199.xml"/><Relationship Id="rId203" Type="http://schemas.openxmlformats.org/officeDocument/2006/relationships/customXml" Target="../customXml/item203.xml"/><Relationship Id="rId19" Type="http://schemas.openxmlformats.org/officeDocument/2006/relationships/customXml" Target="../customXml/item19.xml"/><Relationship Id="rId224" Type="http://schemas.openxmlformats.org/officeDocument/2006/relationships/customXml" Target="../customXml/item224.xml"/><Relationship Id="rId245" Type="http://schemas.openxmlformats.org/officeDocument/2006/relationships/customXml" Target="../customXml/item245.xml"/><Relationship Id="rId266" Type="http://schemas.openxmlformats.org/officeDocument/2006/relationships/customXml" Target="../customXml/item266.xml"/><Relationship Id="rId287" Type="http://schemas.openxmlformats.org/officeDocument/2006/relationships/customXml" Target="../customXml/item287.xml"/><Relationship Id="rId30" Type="http://schemas.openxmlformats.org/officeDocument/2006/relationships/customXml" Target="../customXml/item30.xml"/><Relationship Id="rId105" Type="http://schemas.openxmlformats.org/officeDocument/2006/relationships/customXml" Target="../customXml/item105.xml"/><Relationship Id="rId126" Type="http://schemas.openxmlformats.org/officeDocument/2006/relationships/customXml" Target="../customXml/item126.xml"/><Relationship Id="rId147" Type="http://schemas.openxmlformats.org/officeDocument/2006/relationships/customXml" Target="../customXml/item147.xml"/><Relationship Id="rId168" Type="http://schemas.openxmlformats.org/officeDocument/2006/relationships/customXml" Target="../customXml/item168.xml"/><Relationship Id="rId312" Type="http://schemas.openxmlformats.org/officeDocument/2006/relationships/customXml" Target="../customXml/item312.xml"/><Relationship Id="rId333" Type="http://schemas.openxmlformats.org/officeDocument/2006/relationships/customXml" Target="../customXml/item333.xml"/><Relationship Id="rId354" Type="http://schemas.openxmlformats.org/officeDocument/2006/relationships/tableStyles" Target="tableStyles.xml"/><Relationship Id="rId51" Type="http://schemas.openxmlformats.org/officeDocument/2006/relationships/customXml" Target="../customXml/item51.xml"/><Relationship Id="rId72" Type="http://schemas.openxmlformats.org/officeDocument/2006/relationships/customXml" Target="../customXml/item72.xml"/><Relationship Id="rId93" Type="http://schemas.openxmlformats.org/officeDocument/2006/relationships/customXml" Target="../customXml/item93.xml"/><Relationship Id="rId189" Type="http://schemas.openxmlformats.org/officeDocument/2006/relationships/customXml" Target="../customXml/item189.xml"/><Relationship Id="rId3" Type="http://schemas.openxmlformats.org/officeDocument/2006/relationships/customXml" Target="../customXml/item3.xml"/><Relationship Id="rId214" Type="http://schemas.openxmlformats.org/officeDocument/2006/relationships/customXml" Target="../customXml/item214.xml"/><Relationship Id="rId235" Type="http://schemas.openxmlformats.org/officeDocument/2006/relationships/customXml" Target="../customXml/item235.xml"/><Relationship Id="rId256" Type="http://schemas.openxmlformats.org/officeDocument/2006/relationships/customXml" Target="../customXml/item256.xml"/><Relationship Id="rId277" Type="http://schemas.openxmlformats.org/officeDocument/2006/relationships/customXml" Target="../customXml/item277.xml"/><Relationship Id="rId298" Type="http://schemas.openxmlformats.org/officeDocument/2006/relationships/customXml" Target="../customXml/item298.xml"/><Relationship Id="rId116" Type="http://schemas.openxmlformats.org/officeDocument/2006/relationships/customXml" Target="../customXml/item116.xml"/><Relationship Id="rId137" Type="http://schemas.openxmlformats.org/officeDocument/2006/relationships/customXml" Target="../customXml/item137.xml"/><Relationship Id="rId158" Type="http://schemas.openxmlformats.org/officeDocument/2006/relationships/customXml" Target="../customXml/item158.xml"/><Relationship Id="rId302" Type="http://schemas.openxmlformats.org/officeDocument/2006/relationships/customXml" Target="../customXml/item302.xml"/><Relationship Id="rId323" Type="http://schemas.openxmlformats.org/officeDocument/2006/relationships/customXml" Target="../customXml/item323.xml"/><Relationship Id="rId344" Type="http://schemas.openxmlformats.org/officeDocument/2006/relationships/slide" Target="slides/slide10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62" Type="http://schemas.openxmlformats.org/officeDocument/2006/relationships/customXml" Target="../customXml/item62.xml"/><Relationship Id="rId83" Type="http://schemas.openxmlformats.org/officeDocument/2006/relationships/customXml" Target="../customXml/item83.xml"/><Relationship Id="rId179" Type="http://schemas.openxmlformats.org/officeDocument/2006/relationships/customXml" Target="../customXml/item17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LLET, MAUD" userId="9b1e5792-dacf-4773-83a5-0ccdbd500076" providerId="ADAL" clId="{4F1E079F-B621-4837-8DA8-79280D011168}"/>
    <pc:docChg chg="undo custSel addSld delSld modSld sldOrd delMainMaster modMainMaster">
      <pc:chgData name="GALLET, MAUD" userId="9b1e5792-dacf-4773-83a5-0ccdbd500076" providerId="ADAL" clId="{4F1E079F-B621-4837-8DA8-79280D011168}" dt="2025-03-31T13:25:55.802" v="1208" actId="2085"/>
      <pc:docMkLst>
        <pc:docMk/>
      </pc:docMkLst>
      <pc:sldChg chg="del">
        <pc:chgData name="GALLET, MAUD" userId="9b1e5792-dacf-4773-83a5-0ccdbd500076" providerId="ADAL" clId="{4F1E079F-B621-4837-8DA8-79280D011168}" dt="2025-03-28T14:11:29.486" v="2" actId="47"/>
        <pc:sldMkLst>
          <pc:docMk/>
          <pc:sldMk cId="2534443963" sldId="256"/>
        </pc:sldMkLst>
      </pc:sldChg>
      <pc:sldChg chg="del">
        <pc:chgData name="GALLET, MAUD" userId="9b1e5792-dacf-4773-83a5-0ccdbd500076" providerId="ADAL" clId="{4F1E079F-B621-4837-8DA8-79280D011168}" dt="2025-03-28T14:11:27.016" v="0" actId="47"/>
        <pc:sldMkLst>
          <pc:docMk/>
          <pc:sldMk cId="814594104" sldId="257"/>
        </pc:sldMkLst>
      </pc:sldChg>
      <pc:sldChg chg="del">
        <pc:chgData name="GALLET, MAUD" userId="9b1e5792-dacf-4773-83a5-0ccdbd500076" providerId="ADAL" clId="{4F1E079F-B621-4837-8DA8-79280D011168}" dt="2025-03-28T14:11:27.801" v="1" actId="47"/>
        <pc:sldMkLst>
          <pc:docMk/>
          <pc:sldMk cId="14263849" sldId="258"/>
        </pc:sldMkLst>
      </pc:sldChg>
      <pc:sldChg chg="del ord">
        <pc:chgData name="GALLET, MAUD" userId="9b1e5792-dacf-4773-83a5-0ccdbd500076" providerId="ADAL" clId="{4F1E079F-B621-4837-8DA8-79280D011168}" dt="2025-03-31T12:19:44.792" v="650" actId="47"/>
        <pc:sldMkLst>
          <pc:docMk/>
          <pc:sldMk cId="105548391" sldId="259"/>
        </pc:sldMkLst>
      </pc:sldChg>
      <pc:sldChg chg="del">
        <pc:chgData name="GALLET, MAUD" userId="9b1e5792-dacf-4773-83a5-0ccdbd500076" providerId="ADAL" clId="{4F1E079F-B621-4837-8DA8-79280D011168}" dt="2025-03-28T14:11:52.643" v="5" actId="47"/>
        <pc:sldMkLst>
          <pc:docMk/>
          <pc:sldMk cId="81098218" sldId="260"/>
        </pc:sldMkLst>
      </pc:sldChg>
      <pc:sldChg chg="del">
        <pc:chgData name="GALLET, MAUD" userId="9b1e5792-dacf-4773-83a5-0ccdbd500076" providerId="ADAL" clId="{4F1E079F-B621-4837-8DA8-79280D011168}" dt="2025-03-28T14:11:52.643" v="5" actId="47"/>
        <pc:sldMkLst>
          <pc:docMk/>
          <pc:sldMk cId="3806598" sldId="261"/>
        </pc:sldMkLst>
      </pc:sldChg>
      <pc:sldChg chg="del">
        <pc:chgData name="GALLET, MAUD" userId="9b1e5792-dacf-4773-83a5-0ccdbd500076" providerId="ADAL" clId="{4F1E079F-B621-4837-8DA8-79280D011168}" dt="2025-03-28T14:11:52.643" v="5" actId="47"/>
        <pc:sldMkLst>
          <pc:docMk/>
          <pc:sldMk cId="3075834954" sldId="262"/>
        </pc:sldMkLst>
      </pc:sldChg>
      <pc:sldChg chg="del">
        <pc:chgData name="GALLET, MAUD" userId="9b1e5792-dacf-4773-83a5-0ccdbd500076" providerId="ADAL" clId="{4F1E079F-B621-4837-8DA8-79280D011168}" dt="2025-03-28T14:11:52.643" v="5" actId="47"/>
        <pc:sldMkLst>
          <pc:docMk/>
          <pc:sldMk cId="2703594091" sldId="263"/>
        </pc:sldMkLst>
      </pc:sldChg>
      <pc:sldChg chg="del">
        <pc:chgData name="GALLET, MAUD" userId="9b1e5792-dacf-4773-83a5-0ccdbd500076" providerId="ADAL" clId="{4F1E079F-B621-4837-8DA8-79280D011168}" dt="2025-03-28T14:11:52.643" v="5" actId="47"/>
        <pc:sldMkLst>
          <pc:docMk/>
          <pc:sldMk cId="1727471651" sldId="264"/>
        </pc:sldMkLst>
      </pc:sldChg>
      <pc:sldChg chg="del">
        <pc:chgData name="GALLET, MAUD" userId="9b1e5792-dacf-4773-83a5-0ccdbd500076" providerId="ADAL" clId="{4F1E079F-B621-4837-8DA8-79280D011168}" dt="2025-03-28T14:11:53.563" v="6" actId="47"/>
        <pc:sldMkLst>
          <pc:docMk/>
          <pc:sldMk cId="2324782773" sldId="265"/>
        </pc:sldMkLst>
      </pc:sldChg>
      <pc:sldChg chg="del">
        <pc:chgData name="GALLET, MAUD" userId="9b1e5792-dacf-4773-83a5-0ccdbd500076" providerId="ADAL" clId="{4F1E079F-B621-4837-8DA8-79280D011168}" dt="2025-03-28T14:11:54.984" v="7" actId="47"/>
        <pc:sldMkLst>
          <pc:docMk/>
          <pc:sldMk cId="1723014886" sldId="266"/>
        </pc:sldMkLst>
      </pc:sldChg>
      <pc:sldChg chg="del">
        <pc:chgData name="GALLET, MAUD" userId="9b1e5792-dacf-4773-83a5-0ccdbd500076" providerId="ADAL" clId="{4F1E079F-B621-4837-8DA8-79280D011168}" dt="2025-03-28T14:11:55.824" v="8" actId="47"/>
        <pc:sldMkLst>
          <pc:docMk/>
          <pc:sldMk cId="1239963178" sldId="267"/>
        </pc:sldMkLst>
      </pc:sldChg>
      <pc:sldChg chg="addSp delSp modSp mod chgLayout">
        <pc:chgData name="GALLET, MAUD" userId="9b1e5792-dacf-4773-83a5-0ccdbd500076" providerId="ADAL" clId="{4F1E079F-B621-4837-8DA8-79280D011168}" dt="2025-03-31T12:51:08.137" v="702" actId="700"/>
        <pc:sldMkLst>
          <pc:docMk/>
          <pc:sldMk cId="559595465" sldId="268"/>
        </pc:sldMkLst>
      </pc:sldChg>
      <pc:sldChg chg="del">
        <pc:chgData name="GALLET, MAUD" userId="9b1e5792-dacf-4773-83a5-0ccdbd500076" providerId="ADAL" clId="{4F1E079F-B621-4837-8DA8-79280D011168}" dt="2025-03-28T14:12:01.564" v="9" actId="47"/>
        <pc:sldMkLst>
          <pc:docMk/>
          <pc:sldMk cId="4015348178" sldId="269"/>
        </pc:sldMkLst>
      </pc:sldChg>
      <pc:sldChg chg="del">
        <pc:chgData name="GALLET, MAUD" userId="9b1e5792-dacf-4773-83a5-0ccdbd500076" providerId="ADAL" clId="{4F1E079F-B621-4837-8DA8-79280D011168}" dt="2025-03-28T14:12:01.564" v="9" actId="47"/>
        <pc:sldMkLst>
          <pc:docMk/>
          <pc:sldMk cId="2721823519" sldId="270"/>
        </pc:sldMkLst>
      </pc:sldChg>
      <pc:sldChg chg="del">
        <pc:chgData name="GALLET, MAUD" userId="9b1e5792-dacf-4773-83a5-0ccdbd500076" providerId="ADAL" clId="{4F1E079F-B621-4837-8DA8-79280D011168}" dt="2025-03-28T14:12:01.564" v="9" actId="47"/>
        <pc:sldMkLst>
          <pc:docMk/>
          <pc:sldMk cId="286002716" sldId="271"/>
        </pc:sldMkLst>
      </pc:sldChg>
      <pc:sldChg chg="del">
        <pc:chgData name="GALLET, MAUD" userId="9b1e5792-dacf-4773-83a5-0ccdbd500076" providerId="ADAL" clId="{4F1E079F-B621-4837-8DA8-79280D011168}" dt="2025-03-28T14:12:01.564" v="9" actId="47"/>
        <pc:sldMkLst>
          <pc:docMk/>
          <pc:sldMk cId="891532678" sldId="272"/>
        </pc:sldMkLst>
      </pc:sldChg>
      <pc:sldChg chg="del">
        <pc:chgData name="GALLET, MAUD" userId="9b1e5792-dacf-4773-83a5-0ccdbd500076" providerId="ADAL" clId="{4F1E079F-B621-4837-8DA8-79280D011168}" dt="2025-03-28T14:12:01.564" v="9" actId="47"/>
        <pc:sldMkLst>
          <pc:docMk/>
          <pc:sldMk cId="3130916181" sldId="273"/>
        </pc:sldMkLst>
      </pc:sldChg>
      <pc:sldChg chg="del">
        <pc:chgData name="GALLET, MAUD" userId="9b1e5792-dacf-4773-83a5-0ccdbd500076" providerId="ADAL" clId="{4F1E079F-B621-4837-8DA8-79280D011168}" dt="2025-03-28T14:12:01.564" v="9" actId="47"/>
        <pc:sldMkLst>
          <pc:docMk/>
          <pc:sldMk cId="1465347079" sldId="274"/>
        </pc:sldMkLst>
      </pc:sldChg>
      <pc:sldChg chg="del">
        <pc:chgData name="GALLET, MAUD" userId="9b1e5792-dacf-4773-83a5-0ccdbd500076" providerId="ADAL" clId="{4F1E079F-B621-4837-8DA8-79280D011168}" dt="2025-03-28T14:12:01.564" v="9" actId="47"/>
        <pc:sldMkLst>
          <pc:docMk/>
          <pc:sldMk cId="3199795930" sldId="275"/>
        </pc:sldMkLst>
      </pc:sldChg>
      <pc:sldChg chg="del">
        <pc:chgData name="GALLET, MAUD" userId="9b1e5792-dacf-4773-83a5-0ccdbd500076" providerId="ADAL" clId="{4F1E079F-B621-4837-8DA8-79280D011168}" dt="2025-03-28T14:12:01.564" v="9" actId="47"/>
        <pc:sldMkLst>
          <pc:docMk/>
          <pc:sldMk cId="470131402" sldId="276"/>
        </pc:sldMkLst>
      </pc:sldChg>
      <pc:sldChg chg="del">
        <pc:chgData name="GALLET, MAUD" userId="9b1e5792-dacf-4773-83a5-0ccdbd500076" providerId="ADAL" clId="{4F1E079F-B621-4837-8DA8-79280D011168}" dt="2025-03-28T14:14:29.660" v="38" actId="47"/>
        <pc:sldMkLst>
          <pc:docMk/>
          <pc:sldMk cId="130207047" sldId="277"/>
        </pc:sldMkLst>
      </pc:sldChg>
      <pc:sldChg chg="del">
        <pc:chgData name="GALLET, MAUD" userId="9b1e5792-dacf-4773-83a5-0ccdbd500076" providerId="ADAL" clId="{4F1E079F-B621-4837-8DA8-79280D011168}" dt="2025-03-28T14:12:11.342" v="10" actId="47"/>
        <pc:sldMkLst>
          <pc:docMk/>
          <pc:sldMk cId="3823126359" sldId="278"/>
        </pc:sldMkLst>
      </pc:sldChg>
      <pc:sldChg chg="del">
        <pc:chgData name="GALLET, MAUD" userId="9b1e5792-dacf-4773-83a5-0ccdbd500076" providerId="ADAL" clId="{4F1E079F-B621-4837-8DA8-79280D011168}" dt="2025-03-28T14:12:11.342" v="10" actId="47"/>
        <pc:sldMkLst>
          <pc:docMk/>
          <pc:sldMk cId="3113843354" sldId="279"/>
        </pc:sldMkLst>
      </pc:sldChg>
      <pc:sldChg chg="del">
        <pc:chgData name="GALLET, MAUD" userId="9b1e5792-dacf-4773-83a5-0ccdbd500076" providerId="ADAL" clId="{4F1E079F-B621-4837-8DA8-79280D011168}" dt="2025-03-28T14:12:11.342" v="10" actId="47"/>
        <pc:sldMkLst>
          <pc:docMk/>
          <pc:sldMk cId="3524018021" sldId="280"/>
        </pc:sldMkLst>
      </pc:sldChg>
      <pc:sldChg chg="del">
        <pc:chgData name="GALLET, MAUD" userId="9b1e5792-dacf-4773-83a5-0ccdbd500076" providerId="ADAL" clId="{4F1E079F-B621-4837-8DA8-79280D011168}" dt="2025-03-28T14:12:11.342" v="10" actId="47"/>
        <pc:sldMkLst>
          <pc:docMk/>
          <pc:sldMk cId="270418130" sldId="281"/>
        </pc:sldMkLst>
      </pc:sldChg>
      <pc:sldChg chg="del">
        <pc:chgData name="GALLET, MAUD" userId="9b1e5792-dacf-4773-83a5-0ccdbd500076" providerId="ADAL" clId="{4F1E079F-B621-4837-8DA8-79280D011168}" dt="2025-03-28T14:12:11.342" v="10" actId="47"/>
        <pc:sldMkLst>
          <pc:docMk/>
          <pc:sldMk cId="3926303281" sldId="282"/>
        </pc:sldMkLst>
      </pc:sldChg>
      <pc:sldChg chg="del">
        <pc:chgData name="GALLET, MAUD" userId="9b1e5792-dacf-4773-83a5-0ccdbd500076" providerId="ADAL" clId="{4F1E079F-B621-4837-8DA8-79280D011168}" dt="2025-03-28T14:12:11.342" v="10" actId="47"/>
        <pc:sldMkLst>
          <pc:docMk/>
          <pc:sldMk cId="4174841611" sldId="283"/>
        </pc:sldMkLst>
      </pc:sldChg>
      <pc:sldChg chg="del">
        <pc:chgData name="GALLET, MAUD" userId="9b1e5792-dacf-4773-83a5-0ccdbd500076" providerId="ADAL" clId="{4F1E079F-B621-4837-8DA8-79280D011168}" dt="2025-03-28T14:12:11.342" v="10" actId="47"/>
        <pc:sldMkLst>
          <pc:docMk/>
          <pc:sldMk cId="2411637182" sldId="284"/>
        </pc:sldMkLst>
      </pc:sldChg>
      <pc:sldChg chg="del">
        <pc:chgData name="GALLET, MAUD" userId="9b1e5792-dacf-4773-83a5-0ccdbd500076" providerId="ADAL" clId="{4F1E079F-B621-4837-8DA8-79280D011168}" dt="2025-03-31T12:49:36.874" v="672" actId="47"/>
        <pc:sldMkLst>
          <pc:docMk/>
          <pc:sldMk cId="1053084639" sldId="285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3716922022" sldId="286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3179019573" sldId="287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1962960196" sldId="288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2047787940" sldId="289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1073739422" sldId="290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1418597860" sldId="291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108964963" sldId="292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117096325" sldId="293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2327308911" sldId="294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234879112" sldId="295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937897278" sldId="296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1970765752" sldId="297"/>
        </pc:sldMkLst>
      </pc:sldChg>
      <pc:sldChg chg="del">
        <pc:chgData name="GALLET, MAUD" userId="9b1e5792-dacf-4773-83a5-0ccdbd500076" providerId="ADAL" clId="{4F1E079F-B621-4837-8DA8-79280D011168}" dt="2025-03-28T14:12:18.060" v="11" actId="47"/>
        <pc:sldMkLst>
          <pc:docMk/>
          <pc:sldMk cId="1913140146" sldId="298"/>
        </pc:sldMkLst>
      </pc:sldChg>
      <pc:sldChg chg="addSp delSp modSp mod chgLayout">
        <pc:chgData name="GALLET, MAUD" userId="9b1e5792-dacf-4773-83a5-0ccdbd500076" providerId="ADAL" clId="{4F1E079F-B621-4837-8DA8-79280D011168}" dt="2025-03-31T12:49:57.327" v="679" actId="27636"/>
        <pc:sldMkLst>
          <pc:docMk/>
          <pc:sldMk cId="522387339" sldId="299"/>
        </pc:sldMkLst>
      </pc:sldChg>
      <pc:sldChg chg="del">
        <pc:chgData name="GALLET, MAUD" userId="9b1e5792-dacf-4773-83a5-0ccdbd500076" providerId="ADAL" clId="{4F1E079F-B621-4837-8DA8-79280D011168}" dt="2025-03-28T14:12:24.321" v="12" actId="47"/>
        <pc:sldMkLst>
          <pc:docMk/>
          <pc:sldMk cId="1649366892" sldId="300"/>
        </pc:sldMkLst>
      </pc:sldChg>
      <pc:sldChg chg="del">
        <pc:chgData name="GALLET, MAUD" userId="9b1e5792-dacf-4773-83a5-0ccdbd500076" providerId="ADAL" clId="{4F1E079F-B621-4837-8DA8-79280D011168}" dt="2025-03-28T14:12:24.321" v="12" actId="47"/>
        <pc:sldMkLst>
          <pc:docMk/>
          <pc:sldMk cId="1271827411" sldId="301"/>
        </pc:sldMkLst>
      </pc:sldChg>
      <pc:sldChg chg="del">
        <pc:chgData name="GALLET, MAUD" userId="9b1e5792-dacf-4773-83a5-0ccdbd500076" providerId="ADAL" clId="{4F1E079F-B621-4837-8DA8-79280D011168}" dt="2025-03-28T14:12:24.321" v="12" actId="47"/>
        <pc:sldMkLst>
          <pc:docMk/>
          <pc:sldMk cId="3939355242" sldId="302"/>
        </pc:sldMkLst>
      </pc:sldChg>
      <pc:sldChg chg="del">
        <pc:chgData name="GALLET, MAUD" userId="9b1e5792-dacf-4773-83a5-0ccdbd500076" providerId="ADAL" clId="{4F1E079F-B621-4837-8DA8-79280D011168}" dt="2025-03-28T14:12:24.321" v="12" actId="47"/>
        <pc:sldMkLst>
          <pc:docMk/>
          <pc:sldMk cId="2334262690" sldId="303"/>
        </pc:sldMkLst>
      </pc:sldChg>
      <pc:sldChg chg="del">
        <pc:chgData name="GALLET, MAUD" userId="9b1e5792-dacf-4773-83a5-0ccdbd500076" providerId="ADAL" clId="{4F1E079F-B621-4837-8DA8-79280D011168}" dt="2025-03-28T14:12:24.321" v="12" actId="47"/>
        <pc:sldMkLst>
          <pc:docMk/>
          <pc:sldMk cId="402948287" sldId="304"/>
        </pc:sldMkLst>
      </pc:sldChg>
      <pc:sldChg chg="del">
        <pc:chgData name="GALLET, MAUD" userId="9b1e5792-dacf-4773-83a5-0ccdbd500076" providerId="ADAL" clId="{4F1E079F-B621-4837-8DA8-79280D011168}" dt="2025-03-28T14:12:24.321" v="12" actId="47"/>
        <pc:sldMkLst>
          <pc:docMk/>
          <pc:sldMk cId="665213978" sldId="305"/>
        </pc:sldMkLst>
      </pc:sldChg>
      <pc:sldChg chg="del">
        <pc:chgData name="GALLET, MAUD" userId="9b1e5792-dacf-4773-83a5-0ccdbd500076" providerId="ADAL" clId="{4F1E079F-B621-4837-8DA8-79280D011168}" dt="2025-03-28T14:12:24.321" v="12" actId="47"/>
        <pc:sldMkLst>
          <pc:docMk/>
          <pc:sldMk cId="368636699" sldId="306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4103836839" sldId="307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3134610782" sldId="308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1610649591" sldId="309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4047699018" sldId="310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352703790" sldId="311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1658141943" sldId="312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414719144" sldId="313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3940854803" sldId="314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3136222885" sldId="315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578915043" sldId="316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2324678270" sldId="317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1173835111" sldId="318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402736394" sldId="319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3737958326" sldId="320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123473787" sldId="321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1112704280" sldId="322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487110897" sldId="323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2912161544" sldId="324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427549416" sldId="325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1579950539" sldId="326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3780998353" sldId="327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1353853192" sldId="328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2169637573" sldId="329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123391756" sldId="330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151059111" sldId="331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2848526101" sldId="332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993369328" sldId="333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1416055043" sldId="334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1509562355" sldId="335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555008795" sldId="336"/>
        </pc:sldMkLst>
      </pc:sldChg>
      <pc:sldChg chg="del">
        <pc:chgData name="GALLET, MAUD" userId="9b1e5792-dacf-4773-83a5-0ccdbd500076" providerId="ADAL" clId="{4F1E079F-B621-4837-8DA8-79280D011168}" dt="2025-03-28T14:13:27.137" v="22" actId="47"/>
        <pc:sldMkLst>
          <pc:docMk/>
          <pc:sldMk cId="3731028149" sldId="347"/>
        </pc:sldMkLst>
      </pc:sldChg>
      <pc:sldChg chg="del">
        <pc:chgData name="GALLET, MAUD" userId="9b1e5792-dacf-4773-83a5-0ccdbd500076" providerId="ADAL" clId="{4F1E079F-B621-4837-8DA8-79280D011168}" dt="2025-03-28T14:13:28.002" v="23" actId="47"/>
        <pc:sldMkLst>
          <pc:docMk/>
          <pc:sldMk cId="33616377" sldId="356"/>
        </pc:sldMkLst>
      </pc:sldChg>
      <pc:sldChg chg="del">
        <pc:chgData name="GALLET, MAUD" userId="9b1e5792-dacf-4773-83a5-0ccdbd500076" providerId="ADAL" clId="{4F1E079F-B621-4837-8DA8-79280D011168}" dt="2025-03-28T14:14:20.682" v="33" actId="47"/>
        <pc:sldMkLst>
          <pc:docMk/>
          <pc:sldMk cId="2108242688" sldId="358"/>
        </pc:sldMkLst>
      </pc:sldChg>
      <pc:sldChg chg="del">
        <pc:chgData name="GALLET, MAUD" userId="9b1e5792-dacf-4773-83a5-0ccdbd500076" providerId="ADAL" clId="{4F1E079F-B621-4837-8DA8-79280D011168}" dt="2025-03-28T14:14:21.337" v="34" actId="47"/>
        <pc:sldMkLst>
          <pc:docMk/>
          <pc:sldMk cId="897743716" sldId="359"/>
        </pc:sldMkLst>
      </pc:sldChg>
      <pc:sldChg chg="del">
        <pc:chgData name="GALLET, MAUD" userId="9b1e5792-dacf-4773-83a5-0ccdbd500076" providerId="ADAL" clId="{4F1E079F-B621-4837-8DA8-79280D011168}" dt="2025-03-28T14:14:22.197" v="35" actId="47"/>
        <pc:sldMkLst>
          <pc:docMk/>
          <pc:sldMk cId="436266320" sldId="360"/>
        </pc:sldMkLst>
      </pc:sldChg>
      <pc:sldChg chg="del">
        <pc:chgData name="GALLET, MAUD" userId="9b1e5792-dacf-4773-83a5-0ccdbd500076" providerId="ADAL" clId="{4F1E079F-B621-4837-8DA8-79280D011168}" dt="2025-03-28T14:13:31.372" v="24" actId="47"/>
        <pc:sldMkLst>
          <pc:docMk/>
          <pc:sldMk cId="1905635374" sldId="361"/>
        </pc:sldMkLst>
      </pc:sldChg>
      <pc:sldChg chg="addSp delSp modSp mod ord">
        <pc:chgData name="GALLET, MAUD" userId="9b1e5792-dacf-4773-83a5-0ccdbd500076" providerId="ADAL" clId="{4F1E079F-B621-4837-8DA8-79280D011168}" dt="2025-03-31T12:50:08.004" v="687"/>
        <pc:sldMkLst>
          <pc:docMk/>
          <pc:sldMk cId="781102046" sldId="362"/>
        </pc:sldMkLst>
      </pc:sldChg>
      <pc:sldChg chg="del">
        <pc:chgData name="GALLET, MAUD" userId="9b1e5792-dacf-4773-83a5-0ccdbd500076" providerId="ADAL" clId="{4F1E079F-B621-4837-8DA8-79280D011168}" dt="2025-03-28T14:14:23.517" v="36" actId="47"/>
        <pc:sldMkLst>
          <pc:docMk/>
          <pc:sldMk cId="2660774787" sldId="363"/>
        </pc:sldMkLst>
      </pc:sldChg>
      <pc:sldChg chg="del">
        <pc:chgData name="GALLET, MAUD" userId="9b1e5792-dacf-4773-83a5-0ccdbd500076" providerId="ADAL" clId="{4F1E079F-B621-4837-8DA8-79280D011168}" dt="2025-03-28T14:14:23.719" v="37" actId="47"/>
        <pc:sldMkLst>
          <pc:docMk/>
          <pc:sldMk cId="402906482" sldId="364"/>
        </pc:sldMkLst>
      </pc:sldChg>
      <pc:sldChg chg="del">
        <pc:chgData name="GALLET, MAUD" userId="9b1e5792-dacf-4773-83a5-0ccdbd500076" providerId="ADAL" clId="{4F1E079F-B621-4837-8DA8-79280D011168}" dt="2025-03-28T14:12:24.321" v="12" actId="47"/>
        <pc:sldMkLst>
          <pc:docMk/>
          <pc:sldMk cId="808609682" sldId="416"/>
        </pc:sldMkLst>
      </pc:sldChg>
      <pc:sldChg chg="addSp delSp modSp mod ord chgLayout">
        <pc:chgData name="GALLET, MAUD" userId="9b1e5792-dacf-4773-83a5-0ccdbd500076" providerId="ADAL" clId="{4F1E079F-B621-4837-8DA8-79280D011168}" dt="2025-03-31T12:19:59.997" v="652" actId="700"/>
        <pc:sldMkLst>
          <pc:docMk/>
          <pc:sldMk cId="4088345608" sldId="417"/>
        </pc:sldMkLst>
      </pc:sldChg>
      <pc:sldChg chg="del">
        <pc:chgData name="GALLET, MAUD" userId="9b1e5792-dacf-4773-83a5-0ccdbd500076" providerId="ADAL" clId="{4F1E079F-B621-4837-8DA8-79280D011168}" dt="2025-03-28T14:12:31.407" v="13" actId="47"/>
        <pc:sldMkLst>
          <pc:docMk/>
          <pc:sldMk cId="451533215" sldId="418"/>
        </pc:sldMkLst>
      </pc:sldChg>
      <pc:sldChg chg="del">
        <pc:chgData name="GALLET, MAUD" userId="9b1e5792-dacf-4773-83a5-0ccdbd500076" providerId="ADAL" clId="{4F1E079F-B621-4837-8DA8-79280D011168}" dt="2025-03-28T14:12:31.407" v="13" actId="47"/>
        <pc:sldMkLst>
          <pc:docMk/>
          <pc:sldMk cId="409245523" sldId="419"/>
        </pc:sldMkLst>
      </pc:sldChg>
      <pc:sldChg chg="del">
        <pc:chgData name="GALLET, MAUD" userId="9b1e5792-dacf-4773-83a5-0ccdbd500076" providerId="ADAL" clId="{4F1E079F-B621-4837-8DA8-79280D011168}" dt="2025-03-28T14:12:31.407" v="13" actId="47"/>
        <pc:sldMkLst>
          <pc:docMk/>
          <pc:sldMk cId="3318895274" sldId="420"/>
        </pc:sldMkLst>
      </pc:sldChg>
      <pc:sldChg chg="addSp delSp modSp mod ord chgLayout">
        <pc:chgData name="GALLET, MAUD" userId="9b1e5792-dacf-4773-83a5-0ccdbd500076" providerId="ADAL" clId="{4F1E079F-B621-4837-8DA8-79280D011168}" dt="2025-03-31T12:46:08.428" v="653" actId="700"/>
        <pc:sldMkLst>
          <pc:docMk/>
          <pc:sldMk cId="2655004208" sldId="421"/>
        </pc:sldMkLst>
      </pc:sldChg>
      <pc:sldChg chg="del">
        <pc:chgData name="GALLET, MAUD" userId="9b1e5792-dacf-4773-83a5-0ccdbd500076" providerId="ADAL" clId="{4F1E079F-B621-4837-8DA8-79280D011168}" dt="2025-03-28T14:12:35.280" v="14" actId="47"/>
        <pc:sldMkLst>
          <pc:docMk/>
          <pc:sldMk cId="2057078888" sldId="422"/>
        </pc:sldMkLst>
      </pc:sldChg>
      <pc:sldChg chg="del">
        <pc:chgData name="GALLET, MAUD" userId="9b1e5792-dacf-4773-83a5-0ccdbd500076" providerId="ADAL" clId="{4F1E079F-B621-4837-8DA8-79280D011168}" dt="2025-03-28T14:12:35.280" v="14" actId="47"/>
        <pc:sldMkLst>
          <pc:docMk/>
          <pc:sldMk cId="4132250318" sldId="423"/>
        </pc:sldMkLst>
      </pc:sldChg>
      <pc:sldChg chg="del">
        <pc:chgData name="GALLET, MAUD" userId="9b1e5792-dacf-4773-83a5-0ccdbd500076" providerId="ADAL" clId="{4F1E079F-B621-4837-8DA8-79280D011168}" dt="2025-03-28T14:12:35.280" v="14" actId="47"/>
        <pc:sldMkLst>
          <pc:docMk/>
          <pc:sldMk cId="980689747" sldId="424"/>
        </pc:sldMkLst>
      </pc:sldChg>
      <pc:sldChg chg="del ord">
        <pc:chgData name="GALLET, MAUD" userId="9b1e5792-dacf-4773-83a5-0ccdbd500076" providerId="ADAL" clId="{4F1E079F-B621-4837-8DA8-79280D011168}" dt="2025-03-31T12:19:48.283" v="651" actId="47"/>
        <pc:sldMkLst>
          <pc:docMk/>
          <pc:sldMk cId="3974401979" sldId="425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206859370" sldId="426"/>
        </pc:sldMkLst>
      </pc:sldChg>
      <pc:sldChg chg="addSp delSp modSp new mod ord modClrScheme chgLayout">
        <pc:chgData name="GALLET, MAUD" userId="9b1e5792-dacf-4773-83a5-0ccdbd500076" providerId="ADAL" clId="{4F1E079F-B621-4837-8DA8-79280D011168}" dt="2025-03-31T12:49:30.908" v="671" actId="700"/>
        <pc:sldMkLst>
          <pc:docMk/>
          <pc:sldMk cId="2824065673" sldId="426"/>
        </pc:sldMkLst>
      </pc:sldChg>
      <pc:sldChg chg="del">
        <pc:chgData name="GALLET, MAUD" userId="9b1e5792-dacf-4773-83a5-0ccdbd500076" providerId="ADAL" clId="{4F1E079F-B621-4837-8DA8-79280D011168}" dt="2025-03-28T14:12:46.538" v="15" actId="47"/>
        <pc:sldMkLst>
          <pc:docMk/>
          <pc:sldMk cId="613912288" sldId="427"/>
        </pc:sldMkLst>
      </pc:sldChg>
      <pc:sldChg chg="addSp delSp modSp new mod modClrScheme chgLayout">
        <pc:chgData name="GALLET, MAUD" userId="9b1e5792-dacf-4773-83a5-0ccdbd500076" providerId="ADAL" clId="{4F1E079F-B621-4837-8DA8-79280D011168}" dt="2025-03-31T12:49:47.800" v="674" actId="700"/>
        <pc:sldMkLst>
          <pc:docMk/>
          <pc:sldMk cId="3283046535" sldId="427"/>
        </pc:sldMkLst>
      </pc:sldChg>
      <pc:sldChg chg="addSp delSp modSp add mod modClrScheme chgLayout">
        <pc:chgData name="GALLET, MAUD" userId="9b1e5792-dacf-4773-83a5-0ccdbd500076" providerId="ADAL" clId="{4F1E079F-B621-4837-8DA8-79280D011168}" dt="2025-03-31T12:50:04.762" v="685" actId="27636"/>
        <pc:sldMkLst>
          <pc:docMk/>
          <pc:sldMk cId="544042965" sldId="428"/>
        </pc:sldMkLst>
      </pc:sldChg>
      <pc:sldChg chg="addSp delSp modSp new mod modClrScheme chgLayout">
        <pc:chgData name="GALLET, MAUD" userId="9b1e5792-dacf-4773-83a5-0ccdbd500076" providerId="ADAL" clId="{4F1E079F-B621-4837-8DA8-79280D011168}" dt="2025-03-31T12:50:13.656" v="689" actId="700"/>
        <pc:sldMkLst>
          <pc:docMk/>
          <pc:sldMk cId="1696597739" sldId="429"/>
        </pc:sldMkLst>
      </pc:sldChg>
      <pc:sldChg chg="addSp delSp modSp add mod modClrScheme chgLayout">
        <pc:chgData name="GALLET, MAUD" userId="9b1e5792-dacf-4773-83a5-0ccdbd500076" providerId="ADAL" clId="{4F1E079F-B621-4837-8DA8-79280D011168}" dt="2025-03-31T12:50:20.162" v="691" actId="700"/>
        <pc:sldMkLst>
          <pc:docMk/>
          <pc:sldMk cId="2272127003" sldId="430"/>
        </pc:sldMkLst>
      </pc:sldChg>
      <pc:sldChg chg="addSp delSp modSp add mod ord modClrScheme chgLayout">
        <pc:chgData name="GALLET, MAUD" userId="9b1e5792-dacf-4773-83a5-0ccdbd500076" providerId="ADAL" clId="{4F1E079F-B621-4837-8DA8-79280D011168}" dt="2025-03-31T12:50:35.075" v="695" actId="700"/>
        <pc:sldMkLst>
          <pc:docMk/>
          <pc:sldMk cId="303561801" sldId="431"/>
        </pc:sldMkLst>
      </pc:sldChg>
      <pc:sldChg chg="addSp delSp modSp add mod modClrScheme chgLayout">
        <pc:chgData name="GALLET, MAUD" userId="9b1e5792-dacf-4773-83a5-0ccdbd500076" providerId="ADAL" clId="{4F1E079F-B621-4837-8DA8-79280D011168}" dt="2025-03-31T12:50:42.702" v="697" actId="700"/>
        <pc:sldMkLst>
          <pc:docMk/>
          <pc:sldMk cId="1277014786" sldId="432"/>
        </pc:sldMkLst>
      </pc:sldChg>
      <pc:sldChg chg="addSp delSp modSp add mod modClrScheme chgLayout">
        <pc:chgData name="GALLET, MAUD" userId="9b1e5792-dacf-4773-83a5-0ccdbd500076" providerId="ADAL" clId="{4F1E079F-B621-4837-8DA8-79280D011168}" dt="2025-03-31T12:50:52.249" v="699" actId="700"/>
        <pc:sldMkLst>
          <pc:docMk/>
          <pc:sldMk cId="1400019817" sldId="433"/>
        </pc:sldMkLst>
      </pc:sldChg>
      <pc:sldChg chg="addSp delSp modSp add mod modClrScheme chgLayout">
        <pc:chgData name="GALLET, MAUD" userId="9b1e5792-dacf-4773-83a5-0ccdbd500076" providerId="ADAL" clId="{4F1E079F-B621-4837-8DA8-79280D011168}" dt="2025-03-31T12:51:00.540" v="701" actId="700"/>
        <pc:sldMkLst>
          <pc:docMk/>
          <pc:sldMk cId="51494668" sldId="434"/>
        </pc:sldMkLst>
      </pc:sldChg>
      <pc:sldChg chg="addSp delSp modSp new mod modClrScheme chgLayout">
        <pc:chgData name="GALLET, MAUD" userId="9b1e5792-dacf-4773-83a5-0ccdbd500076" providerId="ADAL" clId="{4F1E079F-B621-4837-8DA8-79280D011168}" dt="2025-03-31T13:23:41.735" v="1201" actId="700"/>
        <pc:sldMkLst>
          <pc:docMk/>
          <pc:sldMk cId="399741079" sldId="435"/>
        </pc:sldMkLst>
      </pc:sldChg>
      <pc:sldMasterChg chg="addSp delSp modSp mod addSldLayout modSldLayout sldLayoutOrd">
        <pc:chgData name="GALLET, MAUD" userId="9b1e5792-dacf-4773-83a5-0ccdbd500076" providerId="ADAL" clId="{4F1E079F-B621-4837-8DA8-79280D011168}" dt="2025-03-31T13:25:55.802" v="1208" actId="2085"/>
        <pc:sldMasterMkLst>
          <pc:docMk/>
          <pc:sldMasterMk cId="949911064" sldId="2147483738"/>
        </pc:sldMasterMkLst>
        <pc:sldLayoutChg chg="addSp delSp modSp mod">
          <pc:chgData name="GALLET, MAUD" userId="9b1e5792-dacf-4773-83a5-0ccdbd500076" providerId="ADAL" clId="{4F1E079F-B621-4837-8DA8-79280D011168}" dt="2025-03-31T12:10:58.307" v="594" actId="14100"/>
          <pc:sldLayoutMkLst>
            <pc:docMk/>
            <pc:sldMasterMk cId="949911064" sldId="2147483738"/>
            <pc:sldLayoutMk cId="1653623845" sldId="2147483751"/>
          </pc:sldLayoutMkLst>
        </pc:sldLayoutChg>
        <pc:sldLayoutChg chg="addSp delSp modSp mod">
          <pc:chgData name="GALLET, MAUD" userId="9b1e5792-dacf-4773-83a5-0ccdbd500076" providerId="ADAL" clId="{4F1E079F-B621-4837-8DA8-79280D011168}" dt="2025-03-31T12:18:58.382" v="648" actId="5793"/>
          <pc:sldLayoutMkLst>
            <pc:docMk/>
            <pc:sldMasterMk cId="949911064" sldId="2147483738"/>
            <pc:sldLayoutMk cId="3590623762" sldId="2147483782"/>
          </pc:sldLayoutMkLst>
        </pc:sldLayoutChg>
        <pc:sldLayoutChg chg="delSp mod">
          <pc:chgData name="GALLET, MAUD" userId="9b1e5792-dacf-4773-83a5-0ccdbd500076" providerId="ADAL" clId="{4F1E079F-B621-4837-8DA8-79280D011168}" dt="2025-03-31T12:17:24.709" v="636" actId="478"/>
          <pc:sldLayoutMkLst>
            <pc:docMk/>
            <pc:sldMasterMk cId="949911064" sldId="2147483738"/>
            <pc:sldLayoutMk cId="1674133414" sldId="2147483790"/>
          </pc:sldLayoutMkLst>
        </pc:sldLayoutChg>
        <pc:sldLayoutChg chg="addSp delSp modSp mod">
          <pc:chgData name="GALLET, MAUD" userId="9b1e5792-dacf-4773-83a5-0ccdbd500076" providerId="ADAL" clId="{4F1E079F-B621-4837-8DA8-79280D011168}" dt="2025-03-31T12:17:31.029" v="638"/>
          <pc:sldLayoutMkLst>
            <pc:docMk/>
            <pc:sldMasterMk cId="949911064" sldId="2147483738"/>
            <pc:sldLayoutMk cId="2390311576" sldId="2147483791"/>
          </pc:sldLayoutMkLst>
        </pc:sldLayoutChg>
        <pc:sldLayoutChg chg="addSp delSp modSp mod ord">
          <pc:chgData name="GALLET, MAUD" userId="9b1e5792-dacf-4773-83a5-0ccdbd500076" providerId="ADAL" clId="{4F1E079F-B621-4837-8DA8-79280D011168}" dt="2025-03-31T12:52:13.513" v="704" actId="20578"/>
          <pc:sldLayoutMkLst>
            <pc:docMk/>
            <pc:sldMasterMk cId="949911064" sldId="2147483738"/>
            <pc:sldLayoutMk cId="3408073848" sldId="2147483844"/>
          </pc:sldLayoutMkLst>
        </pc:sldLayoutChg>
        <pc:sldLayoutChg chg="addSp delSp modSp mod ord">
          <pc:chgData name="GALLET, MAUD" userId="9b1e5792-dacf-4773-83a5-0ccdbd500076" providerId="ADAL" clId="{4F1E079F-B621-4837-8DA8-79280D011168}" dt="2025-03-31T12:52:13.513" v="704" actId="20578"/>
          <pc:sldLayoutMkLst>
            <pc:docMk/>
            <pc:sldMasterMk cId="949911064" sldId="2147483738"/>
            <pc:sldLayoutMk cId="3899630721" sldId="2147483852"/>
          </pc:sldLayoutMkLst>
        </pc:sldLayoutChg>
        <pc:sldLayoutChg chg="addSp delSp modSp mod ord">
          <pc:chgData name="GALLET, MAUD" userId="9b1e5792-dacf-4773-83a5-0ccdbd500076" providerId="ADAL" clId="{4F1E079F-B621-4837-8DA8-79280D011168}" dt="2025-03-31T12:14:20.679" v="629" actId="20578"/>
          <pc:sldLayoutMkLst>
            <pc:docMk/>
            <pc:sldMasterMk cId="949911064" sldId="2147483738"/>
            <pc:sldLayoutMk cId="2394038153" sldId="2147483859"/>
          </pc:sldLayoutMkLst>
        </pc:sldLayoutChg>
        <pc:sldLayoutChg chg="addSp delSp modSp mod ord">
          <pc:chgData name="GALLET, MAUD" userId="9b1e5792-dacf-4773-83a5-0ccdbd500076" providerId="ADAL" clId="{4F1E079F-B621-4837-8DA8-79280D011168}" dt="2025-03-31T12:52:22.109" v="705" actId="20578"/>
          <pc:sldLayoutMkLst>
            <pc:docMk/>
            <pc:sldMasterMk cId="949911064" sldId="2147483738"/>
            <pc:sldLayoutMk cId="1973519481" sldId="2147483863"/>
          </pc:sldLayoutMkLst>
        </pc:sldLayoutChg>
        <pc:sldLayoutChg chg="addSp delSp modSp add mod ord modTransition setBg">
          <pc:chgData name="GALLET, MAUD" userId="9b1e5792-dacf-4773-83a5-0ccdbd500076" providerId="ADAL" clId="{4F1E079F-B621-4837-8DA8-79280D011168}" dt="2025-03-31T12:14:20.679" v="629" actId="20578"/>
          <pc:sldLayoutMkLst>
            <pc:docMk/>
            <pc:sldMasterMk cId="949911064" sldId="2147483738"/>
            <pc:sldLayoutMk cId="3882743766" sldId="2147483870"/>
          </pc:sldLayoutMkLst>
        </pc:sldLayoutChg>
        <pc:sldLayoutChg chg="addSp delSp modSp add mod ord modTransition setBg">
          <pc:chgData name="GALLET, MAUD" userId="9b1e5792-dacf-4773-83a5-0ccdbd500076" providerId="ADAL" clId="{4F1E079F-B621-4837-8DA8-79280D011168}" dt="2025-03-31T12:52:22.109" v="705" actId="20578"/>
          <pc:sldLayoutMkLst>
            <pc:docMk/>
            <pc:sldMasterMk cId="949911064" sldId="2147483738"/>
            <pc:sldLayoutMk cId="1145397196" sldId="2147483871"/>
          </pc:sldLayoutMkLst>
        </pc:sldLayoutChg>
        <pc:sldLayoutChg chg="add mod modTransition setBg">
          <pc:chgData name="GALLET, MAUD" userId="9b1e5792-dacf-4773-83a5-0ccdbd500076" providerId="ADAL" clId="{4F1E079F-B621-4837-8DA8-79280D011168}" dt="2025-03-31T12:02:34.491" v="176"/>
          <pc:sldLayoutMkLst>
            <pc:docMk/>
            <pc:sldMasterMk cId="949911064" sldId="2147483738"/>
            <pc:sldLayoutMk cId="4235626043" sldId="2147483871"/>
          </pc:sldLayoutMkLst>
        </pc:sldLayoutChg>
        <pc:sldLayoutChg chg="modSp add mod modTransition setBg">
          <pc:chgData name="GALLET, MAUD" userId="9b1e5792-dacf-4773-83a5-0ccdbd500076" providerId="ADAL" clId="{4F1E079F-B621-4837-8DA8-79280D011168}" dt="2025-03-31T12:19:00.775" v="649" actId="5793"/>
          <pc:sldLayoutMkLst>
            <pc:docMk/>
            <pc:sldMasterMk cId="949911064" sldId="2147483738"/>
            <pc:sldLayoutMk cId="1535103704" sldId="2147483872"/>
          </pc:sldLayoutMkLst>
        </pc:sldLayoutChg>
        <pc:sldLayoutChg chg="addSp modSp add mod modTransition setBg">
          <pc:chgData name="GALLET, MAUD" userId="9b1e5792-dacf-4773-83a5-0ccdbd500076" providerId="ADAL" clId="{4F1E079F-B621-4837-8DA8-79280D011168}" dt="2025-03-31T12:18:41.623" v="647"/>
          <pc:sldLayoutMkLst>
            <pc:docMk/>
            <pc:sldMasterMk cId="949911064" sldId="2147483738"/>
            <pc:sldLayoutMk cId="2008312026" sldId="2147483873"/>
          </pc:sldLayoutMkLst>
        </pc:sldLayoutChg>
        <pc:sldLayoutChg chg="addSp modSp add mod ord modTransition setBg">
          <pc:chgData name="GALLET, MAUD" userId="9b1e5792-dacf-4773-83a5-0ccdbd500076" providerId="ADAL" clId="{4F1E079F-B621-4837-8DA8-79280D011168}" dt="2025-03-31T12:52:13.513" v="704" actId="20578"/>
          <pc:sldLayoutMkLst>
            <pc:docMk/>
            <pc:sldMasterMk cId="949911064" sldId="2147483738"/>
            <pc:sldLayoutMk cId="1998925774" sldId="2147483874"/>
          </pc:sldLayoutMkLst>
        </pc:sldLayoutChg>
        <pc:sldLayoutChg chg="addSp modSp add mod ord modTransition setBg">
          <pc:chgData name="GALLET, MAUD" userId="9b1e5792-dacf-4773-83a5-0ccdbd500076" providerId="ADAL" clId="{4F1E079F-B621-4837-8DA8-79280D011168}" dt="2025-03-31T12:52:13.513" v="704" actId="20578"/>
          <pc:sldLayoutMkLst>
            <pc:docMk/>
            <pc:sldMasterMk cId="949911064" sldId="2147483738"/>
            <pc:sldLayoutMk cId="2002623813" sldId="2147483875"/>
          </pc:sldLayoutMkLst>
        </pc:sldLayoutChg>
        <pc:sldLayoutChg chg="add mod ord modTransition setBg">
          <pc:chgData name="GALLET, MAUD" userId="9b1e5792-dacf-4773-83a5-0ccdbd500076" providerId="ADAL" clId="{4F1E079F-B621-4837-8DA8-79280D011168}" dt="2025-03-31T12:49:09.013" v="670" actId="20578"/>
          <pc:sldLayoutMkLst>
            <pc:docMk/>
            <pc:sldMasterMk cId="949911064" sldId="2147483738"/>
            <pc:sldLayoutMk cId="2750870222" sldId="2147483876"/>
          </pc:sldLayoutMkLst>
        </pc:sldLayoutChg>
        <pc:sldLayoutChg chg="add mod modTransition">
          <pc:chgData name="GALLET, MAUD" userId="9b1e5792-dacf-4773-83a5-0ccdbd500076" providerId="ADAL" clId="{4F1E079F-B621-4837-8DA8-79280D011168}" dt="2025-03-31T12:55:40.298" v="706" actId="2890"/>
          <pc:sldLayoutMkLst>
            <pc:docMk/>
            <pc:sldMasterMk cId="949911064" sldId="2147483738"/>
            <pc:sldLayoutMk cId="2762692739" sldId="2147483877"/>
          </pc:sldLayoutMkLst>
        </pc:sldLayoutChg>
        <pc:sldLayoutChg chg="addSp delSp modSp mod ord setBg">
          <pc:chgData name="GALLET, MAUD" userId="9b1e5792-dacf-4773-83a5-0ccdbd500076" providerId="ADAL" clId="{4F1E079F-B621-4837-8DA8-79280D011168}" dt="2025-03-31T13:25:55.802" v="1208" actId="2085"/>
          <pc:sldLayoutMkLst>
            <pc:docMk/>
            <pc:sldMasterMk cId="949911064" sldId="2147483738"/>
            <pc:sldLayoutMk cId="4284413064" sldId="2147483939"/>
          </pc:sldLayoutMkLst>
        </pc:sldLayoutChg>
      </pc:sldMasterChg>
      <pc:sldMasterChg chg="del modSldLayout sldLayoutOrd">
        <pc:chgData name="GALLET, MAUD" userId="9b1e5792-dacf-4773-83a5-0ccdbd500076" providerId="ADAL" clId="{4F1E079F-B621-4837-8DA8-79280D011168}" dt="2025-03-31T13:00:23.397" v="728" actId="2696"/>
        <pc:sldMasterMkLst>
          <pc:docMk/>
          <pc:sldMasterMk cId="1783817092" sldId="2147483878"/>
        </pc:sldMasterMkLst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2669871144" sldId="2147483880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1622313230" sldId="2147483881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2416776994" sldId="2147483882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2406131763" sldId="2147483883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453668947" sldId="2147483884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3779854573" sldId="2147483885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1703969704" sldId="2147483886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3100511392" sldId="2147483887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3922817847" sldId="2147483889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3273128872" sldId="2147483890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3079007587" sldId="2147483891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3668337233" sldId="2147483892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1633734323" sldId="2147483893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3466456067" sldId="2147483894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3647350360" sldId="2147483895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505729402" sldId="2147483896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1234314717" sldId="2147483898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228509874" sldId="2147483899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2568042989" sldId="2147483900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2805904708" sldId="2147483901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2255670254" sldId="2147483902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2267762159" sldId="2147483903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2369021088" sldId="2147483904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2601273268" sldId="2147483905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4283607506" sldId="2147483930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625240106" sldId="2147483931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3264127924" sldId="2147483932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1962026521" sldId="2147483933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182554060" sldId="2147483938"/>
          </pc:sldLayoutMkLst>
        </pc:sldLayoutChg>
        <pc:sldLayoutChg chg="ord setBg">
          <pc:chgData name="GALLET, MAUD" userId="9b1e5792-dacf-4773-83a5-0ccdbd500076" providerId="ADAL" clId="{4F1E079F-B621-4837-8DA8-79280D011168}" dt="2025-03-31T12:57:45.995" v="726" actId="20578"/>
          <pc:sldLayoutMkLst>
            <pc:docMk/>
            <pc:sldMasterMk cId="949911064" sldId="2147483738"/>
            <pc:sldLayoutMk cId="4284413064" sldId="2147483939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2345238245" sldId="2147483940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552832555" sldId="2147483941"/>
          </pc:sldLayoutMkLst>
        </pc:sldLayoutChg>
        <pc:sldLayoutChg chg="setBg">
          <pc:chgData name="GALLET, MAUD" userId="9b1e5792-dacf-4773-83a5-0ccdbd500076" providerId="ADAL" clId="{4F1E079F-B621-4837-8DA8-79280D011168}" dt="2025-03-31T12:56:31.896" v="707"/>
          <pc:sldLayoutMkLst>
            <pc:docMk/>
            <pc:sldMasterMk cId="1783817092" sldId="2147483878"/>
            <pc:sldLayoutMk cId="2062252873" sldId="2147483966"/>
          </pc:sldLayoutMkLst>
        </pc:sldLayoutChg>
      </pc:sldMasterChg>
    </pc:docChg>
  </pc:docChgLst>
  <pc:docChgLst>
    <pc:chgData name="Benault, Franck" userId="0eaf9149-54b5-4b7c-a72e-ffa24c9b0104" providerId="ADAL" clId="{14AC6E4D-78CC-47ED-9FFE-0845B3F81856}"/>
    <pc:docChg chg="undo custSel addSld delSld modSld sldOrd">
      <pc:chgData name="Benault, Franck" userId="0eaf9149-54b5-4b7c-a72e-ffa24c9b0104" providerId="ADAL" clId="{14AC6E4D-78CC-47ED-9FFE-0845B3F81856}" dt="2026-03-24T17:09:25.849" v="1400" actId="2696"/>
      <pc:docMkLst>
        <pc:docMk/>
      </pc:docMkLst>
      <pc:sldChg chg="modSp mod">
        <pc:chgData name="Benault, Franck" userId="0eaf9149-54b5-4b7c-a72e-ffa24c9b0104" providerId="ADAL" clId="{14AC6E4D-78CC-47ED-9FFE-0845B3F81856}" dt="2026-03-24T14:11:40.943" v="1179" actId="20577"/>
        <pc:sldMkLst>
          <pc:docMk/>
          <pc:sldMk cId="559595465" sldId="268"/>
        </pc:sldMkLst>
        <pc:spChg chg="mod">
          <ac:chgData name="Benault, Franck" userId="0eaf9149-54b5-4b7c-a72e-ffa24c9b0104" providerId="ADAL" clId="{14AC6E4D-78CC-47ED-9FFE-0845B3F81856}" dt="2026-03-24T14:11:40.943" v="1179" actId="20577"/>
          <ac:spMkLst>
            <pc:docMk/>
            <pc:sldMk cId="559595465" sldId="268"/>
            <ac:spMk id="5" creationId="{2BCDBE22-CB0C-A980-22E6-68BB352D7EDF}"/>
          </ac:spMkLst>
        </pc:spChg>
      </pc:sldChg>
      <pc:sldChg chg="modSp mod">
        <pc:chgData name="Benault, Franck" userId="0eaf9149-54b5-4b7c-a72e-ffa24c9b0104" providerId="ADAL" clId="{14AC6E4D-78CC-47ED-9FFE-0845B3F81856}" dt="2026-03-21T17:25:30.233" v="398" actId="20577"/>
        <pc:sldMkLst>
          <pc:docMk/>
          <pc:sldMk cId="1372852016" sldId="437"/>
        </pc:sldMkLst>
        <pc:spChg chg="mod">
          <ac:chgData name="Benault, Franck" userId="0eaf9149-54b5-4b7c-a72e-ffa24c9b0104" providerId="ADAL" clId="{14AC6E4D-78CC-47ED-9FFE-0845B3F81856}" dt="2026-03-21T17:25:30.233" v="398" actId="20577"/>
          <ac:spMkLst>
            <pc:docMk/>
            <pc:sldMk cId="1372852016" sldId="437"/>
            <ac:spMk id="9" creationId="{3B2CAB07-9AFF-B3EB-C772-DAA25B6619A7}"/>
          </ac:spMkLst>
        </pc:spChg>
      </pc:sldChg>
      <pc:sldChg chg="modSp mod">
        <pc:chgData name="Benault, Franck" userId="0eaf9149-54b5-4b7c-a72e-ffa24c9b0104" providerId="ADAL" clId="{14AC6E4D-78CC-47ED-9FFE-0845B3F81856}" dt="2026-03-21T17:26:01.783" v="402" actId="313"/>
        <pc:sldMkLst>
          <pc:docMk/>
          <pc:sldMk cId="3283208319" sldId="438"/>
        </pc:sldMkLst>
        <pc:spChg chg="mod">
          <ac:chgData name="Benault, Franck" userId="0eaf9149-54b5-4b7c-a72e-ffa24c9b0104" providerId="ADAL" clId="{14AC6E4D-78CC-47ED-9FFE-0845B3F81856}" dt="2026-03-21T17:26:01.783" v="402" actId="313"/>
          <ac:spMkLst>
            <pc:docMk/>
            <pc:sldMk cId="3283208319" sldId="438"/>
            <ac:spMk id="9" creationId="{3B2CAB07-9AFF-B3EB-C772-DAA25B6619A7}"/>
          </ac:spMkLst>
        </pc:spChg>
      </pc:sldChg>
      <pc:sldChg chg="modSp mod">
        <pc:chgData name="Benault, Franck" userId="0eaf9149-54b5-4b7c-a72e-ffa24c9b0104" providerId="ADAL" clId="{14AC6E4D-78CC-47ED-9FFE-0845B3F81856}" dt="2026-03-24T14:13:48.368" v="1240" actId="20577"/>
        <pc:sldMkLst>
          <pc:docMk/>
          <pc:sldMk cId="4228397328" sldId="445"/>
        </pc:sldMkLst>
        <pc:spChg chg="mod">
          <ac:chgData name="Benault, Franck" userId="0eaf9149-54b5-4b7c-a72e-ffa24c9b0104" providerId="ADAL" clId="{14AC6E4D-78CC-47ED-9FFE-0845B3F81856}" dt="2026-03-24T14:13:48.368" v="1240" actId="20577"/>
          <ac:spMkLst>
            <pc:docMk/>
            <pc:sldMk cId="4228397328" sldId="445"/>
            <ac:spMk id="9" creationId="{3B2CAB07-9AFF-B3EB-C772-DAA25B6619A7}"/>
          </ac:spMkLst>
        </pc:spChg>
      </pc:sldChg>
      <pc:sldChg chg="modSp mod">
        <pc:chgData name="Benault, Franck" userId="0eaf9149-54b5-4b7c-a72e-ffa24c9b0104" providerId="ADAL" clId="{14AC6E4D-78CC-47ED-9FFE-0845B3F81856}" dt="2026-03-24T14:19:25.799" v="1399" actId="20577"/>
        <pc:sldMkLst>
          <pc:docMk/>
          <pc:sldMk cId="1143234859" sldId="447"/>
        </pc:sldMkLst>
        <pc:spChg chg="mod">
          <ac:chgData name="Benault, Franck" userId="0eaf9149-54b5-4b7c-a72e-ffa24c9b0104" providerId="ADAL" clId="{14AC6E4D-78CC-47ED-9FFE-0845B3F81856}" dt="2026-03-24T14:19:25.799" v="1399" actId="20577"/>
          <ac:spMkLst>
            <pc:docMk/>
            <pc:sldMk cId="1143234859" sldId="447"/>
            <ac:spMk id="9" creationId="{3B2CAB07-9AFF-B3EB-C772-DAA25B6619A7}"/>
          </ac:spMkLst>
        </pc:spChg>
      </pc:sldChg>
      <pc:sldChg chg="modSp add mod">
        <pc:chgData name="Benault, Franck" userId="0eaf9149-54b5-4b7c-a72e-ffa24c9b0104" providerId="ADAL" clId="{14AC6E4D-78CC-47ED-9FFE-0845B3F81856}" dt="2026-03-23T21:40:20.424" v="1110" actId="20577"/>
        <pc:sldMkLst>
          <pc:docMk/>
          <pc:sldMk cId="1816718714" sldId="448"/>
        </pc:sldMkLst>
        <pc:spChg chg="mod">
          <ac:chgData name="Benault, Franck" userId="0eaf9149-54b5-4b7c-a72e-ffa24c9b0104" providerId="ADAL" clId="{14AC6E4D-78CC-47ED-9FFE-0845B3F81856}" dt="2026-03-21T14:44:25.232" v="303" actId="20577"/>
          <ac:spMkLst>
            <pc:docMk/>
            <pc:sldMk cId="1816718714" sldId="448"/>
            <ac:spMk id="8" creationId="{31AB3D13-0670-57BA-3D1D-023FE3C14B9D}"/>
          </ac:spMkLst>
        </pc:spChg>
        <pc:spChg chg="mod">
          <ac:chgData name="Benault, Franck" userId="0eaf9149-54b5-4b7c-a72e-ffa24c9b0104" providerId="ADAL" clId="{14AC6E4D-78CC-47ED-9FFE-0845B3F81856}" dt="2026-03-23T21:40:20.424" v="1110" actId="20577"/>
          <ac:spMkLst>
            <pc:docMk/>
            <pc:sldMk cId="1816718714" sldId="448"/>
            <ac:spMk id="9" creationId="{805FBF28-9C1B-B62D-6E3E-DC49DE617EF8}"/>
          </ac:spMkLst>
        </pc:spChg>
      </pc:sldChg>
      <pc:sldChg chg="modSp add mod">
        <pc:chgData name="Benault, Franck" userId="0eaf9149-54b5-4b7c-a72e-ffa24c9b0104" providerId="ADAL" clId="{14AC6E4D-78CC-47ED-9FFE-0845B3F81856}" dt="2026-03-24T14:15:41.954" v="1250" actId="20577"/>
        <pc:sldMkLst>
          <pc:docMk/>
          <pc:sldMk cId="926950255" sldId="449"/>
        </pc:sldMkLst>
        <pc:spChg chg="mod">
          <ac:chgData name="Benault, Franck" userId="0eaf9149-54b5-4b7c-a72e-ffa24c9b0104" providerId="ADAL" clId="{14AC6E4D-78CC-47ED-9FFE-0845B3F81856}" dt="2026-03-24T14:15:41.954" v="1250" actId="20577"/>
          <ac:spMkLst>
            <pc:docMk/>
            <pc:sldMk cId="926950255" sldId="449"/>
            <ac:spMk id="8" creationId="{C4E92475-71AC-1267-9DC7-0E18E58AA02F}"/>
          </ac:spMkLst>
        </pc:spChg>
        <pc:spChg chg="mod">
          <ac:chgData name="Benault, Franck" userId="0eaf9149-54b5-4b7c-a72e-ffa24c9b0104" providerId="ADAL" clId="{14AC6E4D-78CC-47ED-9FFE-0845B3F81856}" dt="2026-03-21T17:34:19.138" v="861" actId="20577"/>
          <ac:spMkLst>
            <pc:docMk/>
            <pc:sldMk cId="926950255" sldId="449"/>
            <ac:spMk id="9" creationId="{7CA7D97F-E3AB-0AF7-D641-AD71C7BB592D}"/>
          </ac:spMkLst>
        </pc:spChg>
      </pc:sldChg>
      <pc:sldChg chg="addSp modSp add del mod">
        <pc:chgData name="Benault, Franck" userId="0eaf9149-54b5-4b7c-a72e-ffa24c9b0104" providerId="ADAL" clId="{14AC6E4D-78CC-47ED-9FFE-0845B3F81856}" dt="2026-03-24T17:09:25.849" v="1400" actId="2696"/>
        <pc:sldMkLst>
          <pc:docMk/>
          <pc:sldMk cId="1209276170" sldId="450"/>
        </pc:sldMkLst>
      </pc:sldChg>
      <pc:sldChg chg="new del">
        <pc:chgData name="Benault, Franck" userId="0eaf9149-54b5-4b7c-a72e-ffa24c9b0104" providerId="ADAL" clId="{14AC6E4D-78CC-47ED-9FFE-0845B3F81856}" dt="2026-03-21T20:25:19.996" v="967" actId="47"/>
        <pc:sldMkLst>
          <pc:docMk/>
          <pc:sldMk cId="3175428451" sldId="451"/>
        </pc:sldMkLst>
      </pc:sldChg>
      <pc:sldChg chg="addSp delSp modSp add del mod">
        <pc:chgData name="Benault, Franck" userId="0eaf9149-54b5-4b7c-a72e-ffa24c9b0104" providerId="ADAL" clId="{14AC6E4D-78CC-47ED-9FFE-0845B3F81856}" dt="2026-03-21T20:28:04.664" v="1008" actId="47"/>
        <pc:sldMkLst>
          <pc:docMk/>
          <pc:sldMk cId="687927926" sldId="452"/>
        </pc:sldMkLst>
      </pc:sldChg>
      <pc:sldChg chg="addSp delSp modSp add mod ord">
        <pc:chgData name="Benault, Franck" userId="0eaf9149-54b5-4b7c-a72e-ffa24c9b0104" providerId="ADAL" clId="{14AC6E4D-78CC-47ED-9FFE-0845B3F81856}" dt="2026-03-22T16:07:32.473" v="1054" actId="1076"/>
        <pc:sldMkLst>
          <pc:docMk/>
          <pc:sldMk cId="1788419250" sldId="453"/>
        </pc:sldMkLst>
        <pc:spChg chg="mod">
          <ac:chgData name="Benault, Franck" userId="0eaf9149-54b5-4b7c-a72e-ffa24c9b0104" providerId="ADAL" clId="{14AC6E4D-78CC-47ED-9FFE-0845B3F81856}" dt="2026-03-22T16:06:51.666" v="1048" actId="20577"/>
          <ac:spMkLst>
            <pc:docMk/>
            <pc:sldMk cId="1788419250" sldId="453"/>
            <ac:spMk id="8" creationId="{13741403-EE2E-B1C0-66BD-87999AB2BA87}"/>
          </ac:spMkLst>
        </pc:spChg>
        <pc:graphicFrameChg chg="add mod">
          <ac:chgData name="Benault, Franck" userId="0eaf9149-54b5-4b7c-a72e-ffa24c9b0104" providerId="ADAL" clId="{14AC6E4D-78CC-47ED-9FFE-0845B3F81856}" dt="2026-03-22T16:07:32.473" v="1054" actId="1076"/>
          <ac:graphicFrameMkLst>
            <pc:docMk/>
            <pc:sldMk cId="1788419250" sldId="453"/>
            <ac:graphicFrameMk id="4" creationId="{37BC9C74-8621-D223-D7F8-B56B03EA7486}"/>
          </ac:graphicFrameMkLst>
        </pc:graphicFrameChg>
      </pc:sldChg>
      <pc:sldChg chg="add">
        <pc:chgData name="Benault, Franck" userId="0eaf9149-54b5-4b7c-a72e-ffa24c9b0104" providerId="ADAL" clId="{14AC6E4D-78CC-47ED-9FFE-0845B3F81856}" dt="2026-03-22T16:06:39.801" v="1033" actId="2890"/>
        <pc:sldMkLst>
          <pc:docMk/>
          <pc:sldMk cId="403296798" sldId="454"/>
        </pc:sldMkLst>
      </pc:sldChg>
    </pc:docChg>
  </pc:docChgLst>
  <pc:docChgLst>
    <pc:chgData name="Benault, Franck" userId="0eaf9149-54b5-4b7c-a72e-ffa24c9b0104" providerId="ADAL" clId="{F4F827D8-298C-4E72-A068-7FDB7783B73D}"/>
    <pc:docChg chg="undo custSel addSld delSld modSld sldOrd modMainMaster">
      <pc:chgData name="Benault, Franck" userId="0eaf9149-54b5-4b7c-a72e-ffa24c9b0104" providerId="ADAL" clId="{F4F827D8-298C-4E72-A068-7FDB7783B73D}" dt="2025-06-21T15:34:32.110" v="3139" actId="6549"/>
      <pc:docMkLst>
        <pc:docMk/>
      </pc:docMkLst>
      <pc:sldChg chg="addSp delSp modSp mod modClrScheme chgLayout">
        <pc:chgData name="Benault, Franck" userId="0eaf9149-54b5-4b7c-a72e-ffa24c9b0104" providerId="ADAL" clId="{F4F827D8-298C-4E72-A068-7FDB7783B73D}" dt="2025-06-17T20:47:52.847" v="70" actId="20577"/>
        <pc:sldMkLst>
          <pc:docMk/>
          <pc:sldMk cId="559595465" sldId="268"/>
        </pc:sldMkLst>
      </pc:sldChg>
      <pc:sldChg chg="del">
        <pc:chgData name="Benault, Franck" userId="0eaf9149-54b5-4b7c-a72e-ffa24c9b0104" providerId="ADAL" clId="{F4F827D8-298C-4E72-A068-7FDB7783B73D}" dt="2025-06-17T21:20:41.839" v="1649" actId="47"/>
        <pc:sldMkLst>
          <pc:docMk/>
          <pc:sldMk cId="522387339" sldId="299"/>
        </pc:sldMkLst>
      </pc:sldChg>
      <pc:sldChg chg="del">
        <pc:chgData name="Benault, Franck" userId="0eaf9149-54b5-4b7c-a72e-ffa24c9b0104" providerId="ADAL" clId="{F4F827D8-298C-4E72-A068-7FDB7783B73D}" dt="2025-06-17T21:20:38.574" v="1646" actId="47"/>
        <pc:sldMkLst>
          <pc:docMk/>
          <pc:sldMk cId="781102046" sldId="362"/>
        </pc:sldMkLst>
      </pc:sldChg>
      <pc:sldChg chg="del">
        <pc:chgData name="Benault, Franck" userId="0eaf9149-54b5-4b7c-a72e-ffa24c9b0104" providerId="ADAL" clId="{F4F827D8-298C-4E72-A068-7FDB7783B73D}" dt="2025-06-17T21:20:39.683" v="1647" actId="47"/>
        <pc:sldMkLst>
          <pc:docMk/>
          <pc:sldMk cId="2824065673" sldId="426"/>
        </pc:sldMkLst>
      </pc:sldChg>
      <pc:sldChg chg="del">
        <pc:chgData name="Benault, Franck" userId="0eaf9149-54b5-4b7c-a72e-ffa24c9b0104" providerId="ADAL" clId="{F4F827D8-298C-4E72-A068-7FDB7783B73D}" dt="2025-06-17T21:20:40.734" v="1648" actId="47"/>
        <pc:sldMkLst>
          <pc:docMk/>
          <pc:sldMk cId="3283046535" sldId="427"/>
        </pc:sldMkLst>
      </pc:sldChg>
      <pc:sldChg chg="del">
        <pc:chgData name="Benault, Franck" userId="0eaf9149-54b5-4b7c-a72e-ffa24c9b0104" providerId="ADAL" clId="{F4F827D8-298C-4E72-A068-7FDB7783B73D}" dt="2025-06-17T21:20:42.802" v="1650" actId="47"/>
        <pc:sldMkLst>
          <pc:docMk/>
          <pc:sldMk cId="544042965" sldId="428"/>
        </pc:sldMkLst>
      </pc:sldChg>
      <pc:sldChg chg="del">
        <pc:chgData name="Benault, Franck" userId="0eaf9149-54b5-4b7c-a72e-ffa24c9b0104" providerId="ADAL" clId="{F4F827D8-298C-4E72-A068-7FDB7783B73D}" dt="2025-06-17T21:20:36.609" v="1644" actId="47"/>
        <pc:sldMkLst>
          <pc:docMk/>
          <pc:sldMk cId="1696597739" sldId="429"/>
        </pc:sldMkLst>
      </pc:sldChg>
      <pc:sldChg chg="del">
        <pc:chgData name="Benault, Franck" userId="0eaf9149-54b5-4b7c-a72e-ffa24c9b0104" providerId="ADAL" clId="{F4F827D8-298C-4E72-A068-7FDB7783B73D}" dt="2025-06-17T21:20:37.321" v="1645" actId="47"/>
        <pc:sldMkLst>
          <pc:docMk/>
          <pc:sldMk cId="2272127003" sldId="430"/>
        </pc:sldMkLst>
      </pc:sldChg>
      <pc:sldChg chg="addSp delSp modSp add del mod">
        <pc:chgData name="Benault, Franck" userId="0eaf9149-54b5-4b7c-a72e-ffa24c9b0104" providerId="ADAL" clId="{F4F827D8-298C-4E72-A068-7FDB7783B73D}" dt="2025-06-17T21:23:27.830" v="1683" actId="1076"/>
        <pc:sldMkLst>
          <pc:docMk/>
          <pc:sldMk cId="303561801" sldId="431"/>
        </pc:sldMkLst>
      </pc:sldChg>
      <pc:sldChg chg="del">
        <pc:chgData name="Benault, Franck" userId="0eaf9149-54b5-4b7c-a72e-ffa24c9b0104" providerId="ADAL" clId="{F4F827D8-298C-4E72-A068-7FDB7783B73D}" dt="2025-06-17T21:20:51.368" v="1653" actId="47"/>
        <pc:sldMkLst>
          <pc:docMk/>
          <pc:sldMk cId="1277014786" sldId="432"/>
        </pc:sldMkLst>
      </pc:sldChg>
      <pc:sldChg chg="del">
        <pc:chgData name="Benault, Franck" userId="0eaf9149-54b5-4b7c-a72e-ffa24c9b0104" providerId="ADAL" clId="{F4F827D8-298C-4E72-A068-7FDB7783B73D}" dt="2025-06-17T21:20:35.334" v="1643" actId="47"/>
        <pc:sldMkLst>
          <pc:docMk/>
          <pc:sldMk cId="399741079" sldId="435"/>
        </pc:sldMkLst>
      </pc:sldChg>
      <pc:sldChg chg="addSp delSp modSp mod">
        <pc:chgData name="Benault, Franck" userId="0eaf9149-54b5-4b7c-a72e-ffa24c9b0104" providerId="ADAL" clId="{F4F827D8-298C-4E72-A068-7FDB7783B73D}" dt="2025-06-21T15:33:27.834" v="3071" actId="1076"/>
        <pc:sldMkLst>
          <pc:docMk/>
          <pc:sldMk cId="2491084333" sldId="436"/>
        </pc:sldMkLst>
      </pc:sldChg>
      <pc:sldChg chg="addSp delSp modSp mod modClrScheme chgLayout">
        <pc:chgData name="Benault, Franck" userId="0eaf9149-54b5-4b7c-a72e-ffa24c9b0104" providerId="ADAL" clId="{F4F827D8-298C-4E72-A068-7FDB7783B73D}" dt="2025-06-19T19:02:34.384" v="2117" actId="20577"/>
        <pc:sldMkLst>
          <pc:docMk/>
          <pc:sldMk cId="1372852016" sldId="437"/>
        </pc:sldMkLst>
      </pc:sldChg>
      <pc:sldChg chg="addSp modSp mod modClrScheme chgLayout">
        <pc:chgData name="Benault, Franck" userId="0eaf9149-54b5-4b7c-a72e-ffa24c9b0104" providerId="ADAL" clId="{F4F827D8-298C-4E72-A068-7FDB7783B73D}" dt="2025-06-19T21:59:06.160" v="2185" actId="20577"/>
        <pc:sldMkLst>
          <pc:docMk/>
          <pc:sldMk cId="3283208319" sldId="438"/>
        </pc:sldMkLst>
      </pc:sldChg>
      <pc:sldChg chg="delSp del mod">
        <pc:chgData name="Benault, Franck" userId="0eaf9149-54b5-4b7c-a72e-ffa24c9b0104" providerId="ADAL" clId="{F4F827D8-298C-4E72-A068-7FDB7783B73D}" dt="2025-06-17T21:19:27.276" v="1639" actId="2696"/>
        <pc:sldMkLst>
          <pc:docMk/>
          <pc:sldMk cId="3256567191" sldId="439"/>
        </pc:sldMkLst>
      </pc:sldChg>
      <pc:sldChg chg="delSp modSp del mod">
        <pc:chgData name="Benault, Franck" userId="0eaf9149-54b5-4b7c-a72e-ffa24c9b0104" providerId="ADAL" clId="{F4F827D8-298C-4E72-A068-7FDB7783B73D}" dt="2025-06-17T21:20:17.245" v="1642" actId="2696"/>
        <pc:sldMkLst>
          <pc:docMk/>
          <pc:sldMk cId="46452407" sldId="440"/>
        </pc:sldMkLst>
      </pc:sldChg>
      <pc:sldChg chg="delSp del mod">
        <pc:chgData name="Benault, Franck" userId="0eaf9149-54b5-4b7c-a72e-ffa24c9b0104" providerId="ADAL" clId="{F4F827D8-298C-4E72-A068-7FDB7783B73D}" dt="2025-06-17T21:19:53.992" v="1640" actId="2696"/>
        <pc:sldMkLst>
          <pc:docMk/>
          <pc:sldMk cId="1748335427" sldId="441"/>
        </pc:sldMkLst>
      </pc:sldChg>
      <pc:sldChg chg="delSp del mod">
        <pc:chgData name="Benault, Franck" userId="0eaf9149-54b5-4b7c-a72e-ffa24c9b0104" providerId="ADAL" clId="{F4F827D8-298C-4E72-A068-7FDB7783B73D}" dt="2025-06-17T21:19:59.884" v="1641" actId="2696"/>
        <pc:sldMkLst>
          <pc:docMk/>
          <pc:sldMk cId="4239520656" sldId="442"/>
        </pc:sldMkLst>
      </pc:sldChg>
      <pc:sldChg chg="delSp modSp mod">
        <pc:chgData name="Benault, Franck" userId="0eaf9149-54b5-4b7c-a72e-ffa24c9b0104" providerId="ADAL" clId="{F4F827D8-298C-4E72-A068-7FDB7783B73D}" dt="2025-06-21T15:31:21.787" v="3004" actId="6549"/>
        <pc:sldMkLst>
          <pc:docMk/>
          <pc:sldMk cId="2584466750" sldId="443"/>
        </pc:sldMkLst>
      </pc:sldChg>
      <pc:sldChg chg="addSp modSp add mod modClrScheme chgLayout">
        <pc:chgData name="Benault, Franck" userId="0eaf9149-54b5-4b7c-a72e-ffa24c9b0104" providerId="ADAL" clId="{F4F827D8-298C-4E72-A068-7FDB7783B73D}" dt="2025-06-19T18:56:29.645" v="1941" actId="113"/>
        <pc:sldMkLst>
          <pc:docMk/>
          <pc:sldMk cId="3686147321" sldId="444"/>
        </pc:sldMkLst>
      </pc:sldChg>
      <pc:sldChg chg="addSp modSp add mod ord">
        <pc:chgData name="Benault, Franck" userId="0eaf9149-54b5-4b7c-a72e-ffa24c9b0104" providerId="ADAL" clId="{F4F827D8-298C-4E72-A068-7FDB7783B73D}" dt="2025-06-19T18:54:14.032" v="1848" actId="6549"/>
        <pc:sldMkLst>
          <pc:docMk/>
          <pc:sldMk cId="4228397328" sldId="445"/>
        </pc:sldMkLst>
      </pc:sldChg>
      <pc:sldChg chg="addSp delSp modSp new del mod modClrScheme chgLayout">
        <pc:chgData name="Benault, Franck" userId="0eaf9149-54b5-4b7c-a72e-ffa24c9b0104" providerId="ADAL" clId="{F4F827D8-298C-4E72-A068-7FDB7783B73D}" dt="2025-06-19T22:06:21.548" v="2333" actId="47"/>
        <pc:sldMkLst>
          <pc:docMk/>
          <pc:sldMk cId="2502361001" sldId="446"/>
        </pc:sldMkLst>
      </pc:sldChg>
      <pc:sldChg chg="modSp add mod">
        <pc:chgData name="Benault, Franck" userId="0eaf9149-54b5-4b7c-a72e-ffa24c9b0104" providerId="ADAL" clId="{F4F827D8-298C-4E72-A068-7FDB7783B73D}" dt="2025-06-21T15:34:32.110" v="3139" actId="6549"/>
        <pc:sldMkLst>
          <pc:docMk/>
          <pc:sldMk cId="1143234859" sldId="447"/>
        </pc:sldMkLst>
      </pc:sldChg>
      <pc:sldMasterChg chg="delSp mod modSldLayout">
        <pc:chgData name="Benault, Franck" userId="0eaf9149-54b5-4b7c-a72e-ffa24c9b0104" providerId="ADAL" clId="{F4F827D8-298C-4E72-A068-7FDB7783B73D}" dt="2025-06-17T20:37:01.412" v="27" actId="478"/>
        <pc:sldMasterMkLst>
          <pc:docMk/>
          <pc:sldMasterMk cId="949911064" sldId="2147483738"/>
        </pc:sldMasterMkLst>
        <pc:sldLayoutChg chg="addSp delSp modSp mod">
          <pc:chgData name="Benault, Franck" userId="0eaf9149-54b5-4b7c-a72e-ffa24c9b0104" providerId="ADAL" clId="{F4F827D8-298C-4E72-A068-7FDB7783B73D}" dt="2025-06-17T20:31:45.635" v="12" actId="478"/>
          <pc:sldLayoutMkLst>
            <pc:docMk/>
            <pc:sldMasterMk cId="949911064" sldId="2147483738"/>
            <pc:sldLayoutMk cId="1653623845" sldId="2147483751"/>
          </pc:sldLayoutMkLst>
        </pc:sldLayoutChg>
        <pc:sldLayoutChg chg="delSp mod">
          <pc:chgData name="Benault, Franck" userId="0eaf9149-54b5-4b7c-a72e-ffa24c9b0104" providerId="ADAL" clId="{F4F827D8-298C-4E72-A068-7FDB7783B73D}" dt="2025-06-17T20:32:43.866" v="17" actId="478"/>
          <pc:sldLayoutMkLst>
            <pc:docMk/>
            <pc:sldMasterMk cId="949911064" sldId="2147483738"/>
            <pc:sldLayoutMk cId="3590623762" sldId="2147483782"/>
          </pc:sldLayoutMkLst>
        </pc:sldLayoutChg>
        <pc:sldLayoutChg chg="delSp mod">
          <pc:chgData name="Benault, Franck" userId="0eaf9149-54b5-4b7c-a72e-ffa24c9b0104" providerId="ADAL" clId="{F4F827D8-298C-4E72-A068-7FDB7783B73D}" dt="2025-06-17T20:36:31.246" v="25" actId="478"/>
          <pc:sldLayoutMkLst>
            <pc:docMk/>
            <pc:sldMasterMk cId="949911064" sldId="2147483738"/>
            <pc:sldLayoutMk cId="3408073848" sldId="2147483844"/>
          </pc:sldLayoutMkLst>
        </pc:sldLayoutChg>
        <pc:sldLayoutChg chg="delSp mod">
          <pc:chgData name="Benault, Franck" userId="0eaf9149-54b5-4b7c-a72e-ffa24c9b0104" providerId="ADAL" clId="{F4F827D8-298C-4E72-A068-7FDB7783B73D}" dt="2025-06-17T20:31:58.131" v="13" actId="478"/>
          <pc:sldLayoutMkLst>
            <pc:docMk/>
            <pc:sldMasterMk cId="949911064" sldId="2147483738"/>
            <pc:sldLayoutMk cId="2394038153" sldId="2147483859"/>
          </pc:sldLayoutMkLst>
        </pc:sldLayoutChg>
        <pc:sldLayoutChg chg="delSp mod">
          <pc:chgData name="Benault, Franck" userId="0eaf9149-54b5-4b7c-a72e-ffa24c9b0104" providerId="ADAL" clId="{F4F827D8-298C-4E72-A068-7FDB7783B73D}" dt="2025-06-17T20:32:26.949" v="15" actId="478"/>
          <pc:sldLayoutMkLst>
            <pc:docMk/>
            <pc:sldMasterMk cId="949911064" sldId="2147483738"/>
            <pc:sldLayoutMk cId="1973519481" sldId="2147483863"/>
          </pc:sldLayoutMkLst>
        </pc:sldLayoutChg>
        <pc:sldLayoutChg chg="delSp mod">
          <pc:chgData name="Benault, Franck" userId="0eaf9149-54b5-4b7c-a72e-ffa24c9b0104" providerId="ADAL" clId="{F4F827D8-298C-4E72-A068-7FDB7783B73D}" dt="2025-06-17T20:32:20.963" v="14" actId="478"/>
          <pc:sldLayoutMkLst>
            <pc:docMk/>
            <pc:sldMasterMk cId="949911064" sldId="2147483738"/>
            <pc:sldLayoutMk cId="3882743766" sldId="2147483870"/>
          </pc:sldLayoutMkLst>
        </pc:sldLayoutChg>
        <pc:sldLayoutChg chg="delSp mod">
          <pc:chgData name="Benault, Franck" userId="0eaf9149-54b5-4b7c-a72e-ffa24c9b0104" providerId="ADAL" clId="{F4F827D8-298C-4E72-A068-7FDB7783B73D}" dt="2025-06-17T20:32:36.953" v="16" actId="478"/>
          <pc:sldLayoutMkLst>
            <pc:docMk/>
            <pc:sldMasterMk cId="949911064" sldId="2147483738"/>
            <pc:sldLayoutMk cId="1145397196" sldId="2147483871"/>
          </pc:sldLayoutMkLst>
        </pc:sldLayoutChg>
        <pc:sldLayoutChg chg="delSp mod">
          <pc:chgData name="Benault, Franck" userId="0eaf9149-54b5-4b7c-a72e-ffa24c9b0104" providerId="ADAL" clId="{F4F827D8-298C-4E72-A068-7FDB7783B73D}" dt="2025-06-17T20:31:34.903" v="10" actId="478"/>
          <pc:sldLayoutMkLst>
            <pc:docMk/>
            <pc:sldMasterMk cId="949911064" sldId="2147483738"/>
            <pc:sldLayoutMk cId="1535103704" sldId="2147483872"/>
          </pc:sldLayoutMkLst>
        </pc:sldLayoutChg>
        <pc:sldLayoutChg chg="delSp mod">
          <pc:chgData name="Benault, Franck" userId="0eaf9149-54b5-4b7c-a72e-ffa24c9b0104" providerId="ADAL" clId="{F4F827D8-298C-4E72-A068-7FDB7783B73D}" dt="2025-06-17T20:35:15.013" v="24" actId="478"/>
          <pc:sldLayoutMkLst>
            <pc:docMk/>
            <pc:sldMasterMk cId="949911064" sldId="2147483738"/>
            <pc:sldLayoutMk cId="2008312026" sldId="2147483873"/>
          </pc:sldLayoutMkLst>
        </pc:sldLayoutChg>
        <pc:sldLayoutChg chg="delSp mod">
          <pc:chgData name="Benault, Franck" userId="0eaf9149-54b5-4b7c-a72e-ffa24c9b0104" providerId="ADAL" clId="{F4F827D8-298C-4E72-A068-7FDB7783B73D}" dt="2025-06-17T20:32:56.872" v="19" actId="478"/>
          <pc:sldLayoutMkLst>
            <pc:docMk/>
            <pc:sldMasterMk cId="949911064" sldId="2147483738"/>
            <pc:sldLayoutMk cId="2750870222" sldId="2147483876"/>
          </pc:sldLayoutMkLst>
        </pc:sldLayoutChg>
        <pc:sldLayoutChg chg="delSp mod">
          <pc:chgData name="Benault, Franck" userId="0eaf9149-54b5-4b7c-a72e-ffa24c9b0104" providerId="ADAL" clId="{F4F827D8-298C-4E72-A068-7FDB7783B73D}" dt="2025-06-17T20:33:11.557" v="21" actId="478"/>
          <pc:sldLayoutMkLst>
            <pc:docMk/>
            <pc:sldMasterMk cId="949911064" sldId="2147483738"/>
            <pc:sldLayoutMk cId="2762692739" sldId="2147483877"/>
          </pc:sldLayoutMkLst>
        </pc:sldLayoutChg>
      </pc:sldMasterChg>
    </pc:docChg>
  </pc:docChgLst>
  <pc:docChgLst>
    <pc:chgData name="POLLET VILLARD, SYLVAIN" userId="73180ea0-8ac6-4cad-b8e9-906c9e904426" providerId="ADAL" clId="{2A9D4EA7-E5AB-4CA2-A912-A7A1E6D84985}"/>
    <pc:docChg chg="modSld">
      <pc:chgData name="POLLET VILLARD, SYLVAIN" userId="73180ea0-8ac6-4cad-b8e9-906c9e904426" providerId="ADAL" clId="{2A9D4EA7-E5AB-4CA2-A912-A7A1E6D84985}" dt="2025-04-30T12:12:36.685" v="3" actId="20577"/>
      <pc:docMkLst>
        <pc:docMk/>
      </pc:docMkLst>
      <pc:sldChg chg="modSp mod">
        <pc:chgData name="POLLET VILLARD, SYLVAIN" userId="73180ea0-8ac6-4cad-b8e9-906c9e904426" providerId="ADAL" clId="{2A9D4EA7-E5AB-4CA2-A912-A7A1E6D84985}" dt="2025-04-30T12:12:36.685" v="3" actId="20577"/>
        <pc:sldMkLst>
          <pc:docMk/>
          <pc:sldMk cId="2272127003" sldId="430"/>
        </pc:sldMkLst>
      </pc:sldChg>
    </pc:docChg>
  </pc:docChgLst>
  <pc:docChgLst>
    <pc:chgData name="Benault, Franck" userId="0eaf9149-54b5-4b7c-a72e-ffa24c9b0104" providerId="ADAL" clId="{1101FC23-5B01-4B9E-8CE1-0D4779A8965B}"/>
    <pc:docChg chg="undo custSel addSld delSld modSld sldOrd">
      <pc:chgData name="Benault, Franck" userId="0eaf9149-54b5-4b7c-a72e-ffa24c9b0104" providerId="ADAL" clId="{1101FC23-5B01-4B9E-8CE1-0D4779A8965B}" dt="2025-06-09T05:43:22.457" v="1450" actId="20577"/>
      <pc:docMkLst>
        <pc:docMk/>
      </pc:docMkLst>
      <pc:sldChg chg="addSp modSp mod">
        <pc:chgData name="Benault, Franck" userId="0eaf9149-54b5-4b7c-a72e-ffa24c9b0104" providerId="ADAL" clId="{1101FC23-5B01-4B9E-8CE1-0D4779A8965B}" dt="2025-06-06T20:23:30.724" v="1270" actId="20577"/>
        <pc:sldMkLst>
          <pc:docMk/>
          <pc:sldMk cId="559595465" sldId="268"/>
        </pc:sldMkLst>
      </pc:sldChg>
      <pc:sldChg chg="del">
        <pc:chgData name="Benault, Franck" userId="0eaf9149-54b5-4b7c-a72e-ffa24c9b0104" providerId="ADAL" clId="{1101FC23-5B01-4B9E-8CE1-0D4779A8965B}" dt="2025-05-31T19:56:23.678" v="0" actId="47"/>
        <pc:sldMkLst>
          <pc:docMk/>
          <pc:sldMk cId="4088345608" sldId="417"/>
        </pc:sldMkLst>
      </pc:sldChg>
      <pc:sldChg chg="del">
        <pc:chgData name="Benault, Franck" userId="0eaf9149-54b5-4b7c-a72e-ffa24c9b0104" providerId="ADAL" clId="{1101FC23-5B01-4B9E-8CE1-0D4779A8965B}" dt="2025-05-31T19:56:27.480" v="2" actId="47"/>
        <pc:sldMkLst>
          <pc:docMk/>
          <pc:sldMk cId="2655004208" sldId="421"/>
        </pc:sldMkLst>
      </pc:sldChg>
      <pc:sldChg chg="del">
        <pc:chgData name="Benault, Franck" userId="0eaf9149-54b5-4b7c-a72e-ffa24c9b0104" providerId="ADAL" clId="{1101FC23-5B01-4B9E-8CE1-0D4779A8965B}" dt="2025-05-31T19:56:25.920" v="1" actId="47"/>
        <pc:sldMkLst>
          <pc:docMk/>
          <pc:sldMk cId="1400019817" sldId="433"/>
        </pc:sldMkLst>
      </pc:sldChg>
      <pc:sldChg chg="del">
        <pc:chgData name="Benault, Franck" userId="0eaf9149-54b5-4b7c-a72e-ffa24c9b0104" providerId="ADAL" clId="{1101FC23-5B01-4B9E-8CE1-0D4779A8965B}" dt="2025-05-31T19:56:28.709" v="3" actId="47"/>
        <pc:sldMkLst>
          <pc:docMk/>
          <pc:sldMk cId="51494668" sldId="434"/>
        </pc:sldMkLst>
      </pc:sldChg>
      <pc:sldChg chg="modSp mod ord">
        <pc:chgData name="Benault, Franck" userId="0eaf9149-54b5-4b7c-a72e-ffa24c9b0104" providerId="ADAL" clId="{1101FC23-5B01-4B9E-8CE1-0D4779A8965B}" dt="2025-05-31T20:06:50.456" v="586" actId="20577"/>
        <pc:sldMkLst>
          <pc:docMk/>
          <pc:sldMk cId="399741079" sldId="435"/>
        </pc:sldMkLst>
      </pc:sldChg>
      <pc:sldChg chg="modSp add mod">
        <pc:chgData name="Benault, Franck" userId="0eaf9149-54b5-4b7c-a72e-ffa24c9b0104" providerId="ADAL" clId="{1101FC23-5B01-4B9E-8CE1-0D4779A8965B}" dt="2025-06-06T20:24:07.830" v="1273" actId="207"/>
        <pc:sldMkLst>
          <pc:docMk/>
          <pc:sldMk cId="2491084333" sldId="436"/>
        </pc:sldMkLst>
      </pc:sldChg>
      <pc:sldChg chg="addSp modSp add mod">
        <pc:chgData name="Benault, Franck" userId="0eaf9149-54b5-4b7c-a72e-ffa24c9b0104" providerId="ADAL" clId="{1101FC23-5B01-4B9E-8CE1-0D4779A8965B}" dt="2025-05-31T21:35:20.003" v="1248" actId="1076"/>
        <pc:sldMkLst>
          <pc:docMk/>
          <pc:sldMk cId="1372852016" sldId="437"/>
        </pc:sldMkLst>
      </pc:sldChg>
      <pc:sldChg chg="modSp add mod">
        <pc:chgData name="Benault, Franck" userId="0eaf9149-54b5-4b7c-a72e-ffa24c9b0104" providerId="ADAL" clId="{1101FC23-5B01-4B9E-8CE1-0D4779A8965B}" dt="2025-05-31T20:12:55.701" v="820" actId="20577"/>
        <pc:sldMkLst>
          <pc:docMk/>
          <pc:sldMk cId="3283208319" sldId="438"/>
        </pc:sldMkLst>
      </pc:sldChg>
      <pc:sldChg chg="modSp add mod">
        <pc:chgData name="Benault, Franck" userId="0eaf9149-54b5-4b7c-a72e-ffa24c9b0104" providerId="ADAL" clId="{1101FC23-5B01-4B9E-8CE1-0D4779A8965B}" dt="2025-06-09T05:43:22.457" v="1450" actId="20577"/>
        <pc:sldMkLst>
          <pc:docMk/>
          <pc:sldMk cId="3256567191" sldId="439"/>
        </pc:sldMkLst>
      </pc:sldChg>
      <pc:sldChg chg="modSp add mod">
        <pc:chgData name="Benault, Franck" userId="0eaf9149-54b5-4b7c-a72e-ffa24c9b0104" providerId="ADAL" clId="{1101FC23-5B01-4B9E-8CE1-0D4779A8965B}" dt="2025-05-31T20:17:18.931" v="1030" actId="33524"/>
        <pc:sldMkLst>
          <pc:docMk/>
          <pc:sldMk cId="46452407" sldId="440"/>
        </pc:sldMkLst>
      </pc:sldChg>
      <pc:sldChg chg="modSp add mod">
        <pc:chgData name="Benault, Franck" userId="0eaf9149-54b5-4b7c-a72e-ffa24c9b0104" providerId="ADAL" clId="{1101FC23-5B01-4B9E-8CE1-0D4779A8965B}" dt="2025-06-09T05:41:31.752" v="1274" actId="20577"/>
        <pc:sldMkLst>
          <pc:docMk/>
          <pc:sldMk cId="1748335427" sldId="441"/>
        </pc:sldMkLst>
      </pc:sldChg>
      <pc:sldChg chg="modSp add mod">
        <pc:chgData name="Benault, Franck" userId="0eaf9149-54b5-4b7c-a72e-ffa24c9b0104" providerId="ADAL" clId="{1101FC23-5B01-4B9E-8CE1-0D4779A8965B}" dt="2025-05-31T20:20:24.463" v="1229" actId="207"/>
        <pc:sldMkLst>
          <pc:docMk/>
          <pc:sldMk cId="4239520656" sldId="442"/>
        </pc:sldMkLst>
      </pc:sldChg>
      <pc:sldChg chg="modSp add mod">
        <pc:chgData name="Benault, Franck" userId="0eaf9149-54b5-4b7c-a72e-ffa24c9b0104" providerId="ADAL" clId="{1101FC23-5B01-4B9E-8CE1-0D4779A8965B}" dt="2025-05-31T20:20:57.432" v="1242" actId="20577"/>
        <pc:sldMkLst>
          <pc:docMk/>
          <pc:sldMk cId="2584466750" sldId="44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479612" y="3600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800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quarter" idx="1"/>
          </p:nvPr>
        </p:nvSpPr>
        <p:spPr>
          <a:xfrm>
            <a:off x="3573016" y="3600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3C42E-F14B-43F4-9917-B663E421A4BC}" type="datetime1">
              <a:rPr lang="en-GB" sz="800" smtClean="0"/>
              <a:t>24/03/2026</a:t>
            </a:fld>
            <a:endParaRPr lang="en-GB" sz="8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79520" y="83268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800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573000" y="83268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3B2BB-416B-4E85-A754-0B695991D3F5}" type="slidenum">
              <a:rPr lang="en-GB" sz="800" smtClean="0"/>
              <a:pPr/>
              <a:t>‹#›</a:t>
            </a:fld>
            <a:endParaRPr lang="en-GB" sz="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28B06A-D5A5-4175-9715-47655C730AE2}"/>
              </a:ext>
            </a:extLst>
          </p:cNvPr>
          <p:cNvSpPr/>
          <p:nvPr/>
        </p:nvSpPr>
        <p:spPr>
          <a:xfrm>
            <a:off x="364342" y="8861490"/>
            <a:ext cx="1095172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50" dirty="0">
                <a:effectLst/>
                <a:latin typeface="+mn-lt"/>
                <a:ea typeface="Verdana" panose="020B0604030504040204" pitchFamily="34" charset="0"/>
                <a:cs typeface="Calibri" panose="020F0502020204030204" pitchFamily="34" charset="0"/>
              </a:rPr>
              <a:t>© copyright </a:t>
            </a:r>
            <a:r>
              <a:rPr lang="en-GB" sz="750" dirty="0">
                <a:ea typeface="Verdana" panose="020B0604030504040204" pitchFamily="34" charset="0"/>
                <a:cs typeface="Calibri" panose="020F0502020204030204" pitchFamily="34" charset="0"/>
              </a:rPr>
              <a:t>Worldline</a:t>
            </a:r>
            <a:endParaRPr lang="en-GB" sz="750" dirty="0">
              <a:latin typeface="+mn-lt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6545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-Pictur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96361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525560"/>
            <a:ext cx="5486400" cy="363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GB" dirty="0"/>
          </a:p>
        </p:txBody>
      </p:sp>
      <p:sp>
        <p:nvSpPr>
          <p:cNvPr id="8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380880" y="3600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505200" y="3600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66D87BF4-87F9-4694-AD8C-50CF69A6B1A5}" type="datetime1">
              <a:rPr lang="en-GB" smtClean="0"/>
              <a:pPr/>
              <a:t>24/03/2026</a:t>
            </a:fld>
            <a:endParaRPr lang="en-GB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0880" y="83268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GB" dirty="0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505320" y="83268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697381A9-0C9E-4D3A-A28B-AC4E168A57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A93463-6451-4B63-AAC4-C236C17D88A4}"/>
              </a:ext>
            </a:extLst>
          </p:cNvPr>
          <p:cNvSpPr/>
          <p:nvPr/>
        </p:nvSpPr>
        <p:spPr>
          <a:xfrm>
            <a:off x="364320" y="8861400"/>
            <a:ext cx="1122423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GB" sz="750" dirty="0">
                <a:effectLst/>
                <a:latin typeface="+mn-lt"/>
                <a:ea typeface="Verdana" panose="020B0604030504040204" pitchFamily="34" charset="0"/>
                <a:cs typeface="Calibri" panose="020F0502020204030204" pitchFamily="34" charset="0"/>
              </a:rPr>
              <a:t>© copyright Worldline </a:t>
            </a:r>
            <a:endParaRPr lang="en-GB" sz="750" dirty="0">
              <a:latin typeface="+mn-lt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6032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1979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5277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949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7404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2894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3515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8225C-63E3-E63E-79D6-A205085C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D428E-4218-6457-5C2A-51667CEC8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74465-8BB7-4EFE-06C0-8A422B11D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10FCB-1E87-6FCD-8E31-5AD9ED383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369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585B-2457-6D2D-7F41-F7B3EEB15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C4F9F-770D-D13F-CC97-D7D643F44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E6818-060D-D756-6267-037843518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3D2EE-A786-7AF1-B2F3-5E3547397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0084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CBBC-2C6C-4783-9677-136056B8C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DEEBF-AEE8-B27C-297E-0FB37112D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74834-60F2-92CE-28E5-0D5BDF202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A3422-11F4-0D8F-8EEF-280763B19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3681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6530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6770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E718F-9437-B556-9FD5-08E3C3B0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29410-694B-F3EB-55AB-56AAF4BDF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570BF-A081-4778-337F-879CBDB0F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B67FC-9F9D-2B11-FB87-63592795C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48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customXml" Target="../../customXml/item33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itle slide (Purple-Green) with picture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1">
            <a:extLst>
              <a:ext uri="{FF2B5EF4-FFF2-40B4-BE49-F238E27FC236}">
                <a16:creationId xmlns:a16="http://schemas.microsoft.com/office/drawing/2014/main" id="{CF9CB63D-9843-30C2-739E-454BCEC94E1C}"/>
              </a:ext>
            </a:extLst>
          </p:cNvPr>
          <p:cNvSpPr>
            <a:spLocks noSelect="1"/>
          </p:cNvSpPr>
          <p:nvPr userDrawn="1"/>
        </p:nvSpPr>
        <p:spPr bwMode="auto">
          <a:xfrm flipH="1" flipV="1">
            <a:off x="3368279" y="0"/>
            <a:ext cx="5600700" cy="5143500"/>
          </a:xfrm>
          <a:custGeom>
            <a:avLst/>
            <a:gdLst>
              <a:gd name="T0" fmla="*/ 22614 w 23542"/>
              <a:gd name="T1" fmla="*/ 6226 h 21621"/>
              <a:gd name="T2" fmla="*/ 20094 w 23542"/>
              <a:gd name="T3" fmla="*/ 2487 h 21621"/>
              <a:gd name="T4" fmla="*/ 16431 w 23542"/>
              <a:gd name="T5" fmla="*/ 0 h 21621"/>
              <a:gd name="T6" fmla="*/ 7111 w 23542"/>
              <a:gd name="T7" fmla="*/ 0 h 21621"/>
              <a:gd name="T8" fmla="*/ 3448 w 23542"/>
              <a:gd name="T9" fmla="*/ 2487 h 21621"/>
              <a:gd name="T10" fmla="*/ 928 w 23542"/>
              <a:gd name="T11" fmla="*/ 6226 h 21621"/>
              <a:gd name="T12" fmla="*/ 0 w 23542"/>
              <a:gd name="T13" fmla="*/ 10810 h 21621"/>
              <a:gd name="T14" fmla="*/ 928 w 23542"/>
              <a:gd name="T15" fmla="*/ 15394 h 21621"/>
              <a:gd name="T16" fmla="*/ 3448 w 23542"/>
              <a:gd name="T17" fmla="*/ 19133 h 21621"/>
              <a:gd name="T18" fmla="*/ 7111 w 23542"/>
              <a:gd name="T19" fmla="*/ 21621 h 21621"/>
              <a:gd name="T20" fmla="*/ 16431 w 23542"/>
              <a:gd name="T21" fmla="*/ 21621 h 21621"/>
              <a:gd name="T22" fmla="*/ 20094 w 23542"/>
              <a:gd name="T23" fmla="*/ 19133 h 21621"/>
              <a:gd name="T24" fmla="*/ 22614 w 23542"/>
              <a:gd name="T25" fmla="*/ 15394 h 21621"/>
              <a:gd name="T26" fmla="*/ 23542 w 23542"/>
              <a:gd name="T27" fmla="*/ 10810 h 21621"/>
              <a:gd name="T28" fmla="*/ 22614 w 23542"/>
              <a:gd name="T29" fmla="*/ 6226 h 21621"/>
              <a:gd name="T30" fmla="*/ 11771 w 23542"/>
              <a:gd name="T31" fmla="*/ 16107 h 21621"/>
              <a:gd name="T32" fmla="*/ 6474 w 23542"/>
              <a:gd name="T33" fmla="*/ 10810 h 21621"/>
              <a:gd name="T34" fmla="*/ 11771 w 23542"/>
              <a:gd name="T35" fmla="*/ 5513 h 21621"/>
              <a:gd name="T36" fmla="*/ 17068 w 23542"/>
              <a:gd name="T37" fmla="*/ 10810 h 21621"/>
              <a:gd name="T38" fmla="*/ 11771 w 23542"/>
              <a:gd name="T39" fmla="*/ 16107 h 21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542" h="21621">
                <a:moveTo>
                  <a:pt x="22614" y="6226"/>
                </a:moveTo>
                <a:cubicBezTo>
                  <a:pt x="22021" y="4824"/>
                  <a:pt x="21173" y="3566"/>
                  <a:pt x="20094" y="2487"/>
                </a:cubicBezTo>
                <a:cubicBezTo>
                  <a:pt x="19035" y="1428"/>
                  <a:pt x="17803" y="591"/>
                  <a:pt x="16431" y="0"/>
                </a:cubicBezTo>
                <a:cubicBezTo>
                  <a:pt x="7111" y="0"/>
                  <a:pt x="7111" y="0"/>
                  <a:pt x="7111" y="0"/>
                </a:cubicBezTo>
                <a:cubicBezTo>
                  <a:pt x="5739" y="591"/>
                  <a:pt x="4507" y="1428"/>
                  <a:pt x="3448" y="2487"/>
                </a:cubicBezTo>
                <a:cubicBezTo>
                  <a:pt x="2369" y="3566"/>
                  <a:pt x="1521" y="4824"/>
                  <a:pt x="928" y="6226"/>
                </a:cubicBezTo>
                <a:cubicBezTo>
                  <a:pt x="313" y="7682"/>
                  <a:pt x="0" y="9224"/>
                  <a:pt x="0" y="10810"/>
                </a:cubicBezTo>
                <a:cubicBezTo>
                  <a:pt x="0" y="12396"/>
                  <a:pt x="313" y="13938"/>
                  <a:pt x="928" y="15394"/>
                </a:cubicBezTo>
                <a:cubicBezTo>
                  <a:pt x="1521" y="16796"/>
                  <a:pt x="2369" y="18054"/>
                  <a:pt x="3448" y="19133"/>
                </a:cubicBezTo>
                <a:cubicBezTo>
                  <a:pt x="4507" y="20193"/>
                  <a:pt x="5739" y="21029"/>
                  <a:pt x="7111" y="21621"/>
                </a:cubicBezTo>
                <a:cubicBezTo>
                  <a:pt x="16431" y="21621"/>
                  <a:pt x="16431" y="21621"/>
                  <a:pt x="16431" y="21621"/>
                </a:cubicBezTo>
                <a:cubicBezTo>
                  <a:pt x="17803" y="21029"/>
                  <a:pt x="19035" y="20193"/>
                  <a:pt x="20094" y="19133"/>
                </a:cubicBezTo>
                <a:cubicBezTo>
                  <a:pt x="21173" y="18054"/>
                  <a:pt x="22021" y="16796"/>
                  <a:pt x="22614" y="15394"/>
                </a:cubicBezTo>
                <a:cubicBezTo>
                  <a:pt x="23230" y="13938"/>
                  <a:pt x="23542" y="12396"/>
                  <a:pt x="23542" y="10810"/>
                </a:cubicBezTo>
                <a:cubicBezTo>
                  <a:pt x="23542" y="9224"/>
                  <a:pt x="23230" y="7682"/>
                  <a:pt x="22614" y="6226"/>
                </a:cubicBezTo>
                <a:close/>
                <a:moveTo>
                  <a:pt x="11771" y="16107"/>
                </a:moveTo>
                <a:cubicBezTo>
                  <a:pt x="8846" y="16107"/>
                  <a:pt x="6474" y="13736"/>
                  <a:pt x="6474" y="10810"/>
                </a:cubicBezTo>
                <a:cubicBezTo>
                  <a:pt x="6474" y="7885"/>
                  <a:pt x="8846" y="5513"/>
                  <a:pt x="11771" y="5513"/>
                </a:cubicBezTo>
                <a:cubicBezTo>
                  <a:pt x="14697" y="5513"/>
                  <a:pt x="17068" y="7885"/>
                  <a:pt x="17068" y="10810"/>
                </a:cubicBezTo>
                <a:cubicBezTo>
                  <a:pt x="17068" y="13736"/>
                  <a:pt x="14697" y="16107"/>
                  <a:pt x="11771" y="16107"/>
                </a:cubicBezTo>
                <a:close/>
              </a:path>
            </a:pathLst>
          </a:custGeom>
          <a:gradFill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2700000" scaled="1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D83A4EA-1EED-37C1-1442-53F4C2A4A4E0}"/>
              </a:ext>
            </a:extLst>
          </p:cNvPr>
          <p:cNvSpPr>
            <a:spLocks noSelect="1"/>
          </p:cNvSpPr>
          <p:nvPr userDrawn="1"/>
        </p:nvSpPr>
        <p:spPr>
          <a:xfrm>
            <a:off x="0" y="0"/>
            <a:ext cx="91449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 dirty="0"/>
          </a:p>
        </p:txBody>
      </p:sp>
      <p:sp>
        <p:nvSpPr>
          <p:cNvPr id="7" name="Picture_placeholder JU 3  [PHJU] (JU-Free)">
            <a:extLst>
              <a:ext uri="{FF2B5EF4-FFF2-40B4-BE49-F238E27FC236}">
                <a16:creationId xmlns:a16="http://schemas.microsoft.com/office/drawing/2014/main" id="{12972414-9CE8-BAC5-F22E-A1A10A2200A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95825" y="1298947"/>
            <a:ext cx="2546801" cy="2545586"/>
          </a:xfrm>
          <a:custGeom>
            <a:avLst/>
            <a:gdLst>
              <a:gd name="connsiteX0" fmla="*/ 2546800 w 2546801"/>
              <a:gd name="connsiteY0" fmla="*/ 2545585 h 2545586"/>
              <a:gd name="connsiteX1" fmla="*/ 2546801 w 2546801"/>
              <a:gd name="connsiteY1" fmla="*/ 2545585 h 2545586"/>
              <a:gd name="connsiteX2" fmla="*/ 2546801 w 2546801"/>
              <a:gd name="connsiteY2" fmla="*/ 2545586 h 2545586"/>
              <a:gd name="connsiteX3" fmla="*/ 2546800 w 2546801"/>
              <a:gd name="connsiteY3" fmla="*/ 2545586 h 2545586"/>
              <a:gd name="connsiteX4" fmla="*/ 2546786 w 2546801"/>
              <a:gd name="connsiteY4" fmla="*/ 2545583 h 2545586"/>
              <a:gd name="connsiteX5" fmla="*/ 2546787 w 2546801"/>
              <a:gd name="connsiteY5" fmla="*/ 2545583 h 2545586"/>
              <a:gd name="connsiteX6" fmla="*/ 2546787 w 2546801"/>
              <a:gd name="connsiteY6" fmla="*/ 2545584 h 2545586"/>
              <a:gd name="connsiteX7" fmla="*/ 2546786 w 2546801"/>
              <a:gd name="connsiteY7" fmla="*/ 2545584 h 2545586"/>
              <a:gd name="connsiteX8" fmla="*/ 1273384 w 2546801"/>
              <a:gd name="connsiteY8" fmla="*/ 26 h 2545586"/>
              <a:gd name="connsiteX9" fmla="*/ 1273414 w 2546801"/>
              <a:gd name="connsiteY9" fmla="*/ 26 h 2545586"/>
              <a:gd name="connsiteX10" fmla="*/ 1403595 w 2546801"/>
              <a:gd name="connsiteY10" fmla="*/ 6597 h 2545586"/>
              <a:gd name="connsiteX11" fmla="*/ 2546773 w 2546801"/>
              <a:gd name="connsiteY11" fmla="*/ 1272804 h 2545586"/>
              <a:gd name="connsiteX12" fmla="*/ 1273399 w 2546801"/>
              <a:gd name="connsiteY12" fmla="*/ 2545582 h 2545586"/>
              <a:gd name="connsiteX13" fmla="*/ 6600 w 2546801"/>
              <a:gd name="connsiteY13" fmla="*/ 1402938 h 2545586"/>
              <a:gd name="connsiteX14" fmla="*/ 26 w 2546801"/>
              <a:gd name="connsiteY14" fmla="*/ 1272819 h 2545586"/>
              <a:gd name="connsiteX15" fmla="*/ 26 w 2546801"/>
              <a:gd name="connsiteY15" fmla="*/ 1272789 h 2545586"/>
              <a:gd name="connsiteX16" fmla="*/ 6600 w 2546801"/>
              <a:gd name="connsiteY16" fmla="*/ 1142670 h 2545586"/>
              <a:gd name="connsiteX17" fmla="*/ 1143205 w 2546801"/>
              <a:gd name="connsiteY17" fmla="*/ 6597 h 2545586"/>
              <a:gd name="connsiteX18" fmla="*/ 13 w 2546801"/>
              <a:gd name="connsiteY18" fmla="*/ 13 h 2545586"/>
              <a:gd name="connsiteX19" fmla="*/ 14 w 2546801"/>
              <a:gd name="connsiteY19" fmla="*/ 13 h 2545586"/>
              <a:gd name="connsiteX20" fmla="*/ 14 w 2546801"/>
              <a:gd name="connsiteY20" fmla="*/ 15 h 2545586"/>
              <a:gd name="connsiteX21" fmla="*/ 13 w 2546801"/>
              <a:gd name="connsiteY21" fmla="*/ 15 h 2545586"/>
              <a:gd name="connsiteX22" fmla="*/ 0 w 2546801"/>
              <a:gd name="connsiteY22" fmla="*/ 0 h 2545586"/>
              <a:gd name="connsiteX23" fmla="*/ 1 w 2546801"/>
              <a:gd name="connsiteY23" fmla="*/ 0 h 2545586"/>
              <a:gd name="connsiteX24" fmla="*/ 1 w 2546801"/>
              <a:gd name="connsiteY24" fmla="*/ 2 h 2545586"/>
              <a:gd name="connsiteX25" fmla="*/ 0 w 2546801"/>
              <a:gd name="connsiteY25" fmla="*/ 2 h 254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546801" h="2545586">
                <a:moveTo>
                  <a:pt x="2546800" y="2545585"/>
                </a:moveTo>
                <a:lnTo>
                  <a:pt x="2546801" y="2545585"/>
                </a:lnTo>
                <a:lnTo>
                  <a:pt x="2546801" y="2545586"/>
                </a:lnTo>
                <a:lnTo>
                  <a:pt x="2546800" y="2545586"/>
                </a:lnTo>
                <a:close/>
                <a:moveTo>
                  <a:pt x="2546786" y="2545583"/>
                </a:moveTo>
                <a:lnTo>
                  <a:pt x="2546787" y="2545583"/>
                </a:lnTo>
                <a:lnTo>
                  <a:pt x="2546787" y="2545584"/>
                </a:lnTo>
                <a:lnTo>
                  <a:pt x="2546786" y="2545584"/>
                </a:lnTo>
                <a:close/>
                <a:moveTo>
                  <a:pt x="1273384" y="26"/>
                </a:moveTo>
                <a:lnTo>
                  <a:pt x="1273414" y="26"/>
                </a:lnTo>
                <a:lnTo>
                  <a:pt x="1403595" y="6597"/>
                </a:lnTo>
                <a:cubicBezTo>
                  <a:pt x="2045701" y="71776"/>
                  <a:pt x="2546773" y="613801"/>
                  <a:pt x="2546773" y="1272804"/>
                </a:cubicBezTo>
                <a:cubicBezTo>
                  <a:pt x="2546773" y="1975740"/>
                  <a:pt x="1976664" y="2545582"/>
                  <a:pt x="1273399" y="2545582"/>
                </a:cubicBezTo>
                <a:cubicBezTo>
                  <a:pt x="614089" y="2545582"/>
                  <a:pt x="71809" y="2044744"/>
                  <a:pt x="6600" y="1402938"/>
                </a:cubicBezTo>
                <a:lnTo>
                  <a:pt x="26" y="1272819"/>
                </a:lnTo>
                <a:lnTo>
                  <a:pt x="26" y="1272789"/>
                </a:lnTo>
                <a:lnTo>
                  <a:pt x="6600" y="1142670"/>
                </a:lnTo>
                <a:cubicBezTo>
                  <a:pt x="67462" y="543651"/>
                  <a:pt x="543905" y="67430"/>
                  <a:pt x="1143205" y="6597"/>
                </a:cubicBezTo>
                <a:close/>
                <a:moveTo>
                  <a:pt x="13" y="13"/>
                </a:moveTo>
                <a:lnTo>
                  <a:pt x="14" y="13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noFill/>
          <a:ln/>
        </p:spPr>
        <p:txBody>
          <a:bodyPr wrap="square" lIns="0" tIns="0" rIns="0" bIns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200" b="0"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9" name="02_***Title 4 (JU-Free)">
            <a:extLst>
              <a:ext uri="{FF2B5EF4-FFF2-40B4-BE49-F238E27FC236}">
                <a16:creationId xmlns:a16="http://schemas.microsoft.com/office/drawing/2014/main" id="{AEEF0330-1912-BDB6-B3DE-879485FC1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62948"/>
            <a:ext cx="3250846" cy="3417605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3" name="New Freeform 6">
            <a:extLst>
              <a:ext uri="{FF2B5EF4-FFF2-40B4-BE49-F238E27FC236}">
                <a16:creationId xmlns:a16="http://schemas.microsoft.com/office/drawing/2014/main" id="{48B43A14-AEDD-BC6E-E682-3C141E10FB9D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358775" y="239714"/>
            <a:ext cx="1273175" cy="93663"/>
          </a:xfrm>
          <a:custGeom>
            <a:avLst/>
            <a:gdLst>
              <a:gd name="T0" fmla="*/ 5254 w 5351"/>
              <a:gd name="T1" fmla="*/ 104 h 392"/>
              <a:gd name="T2" fmla="*/ 5284 w 5351"/>
              <a:gd name="T3" fmla="*/ 80 h 392"/>
              <a:gd name="T4" fmla="*/ 5303 w 5351"/>
              <a:gd name="T5" fmla="*/ 284 h 392"/>
              <a:gd name="T6" fmla="*/ 5111 w 5351"/>
              <a:gd name="T7" fmla="*/ 303 h 392"/>
              <a:gd name="T8" fmla="*/ 4974 w 5351"/>
              <a:gd name="T9" fmla="*/ 131 h 392"/>
              <a:gd name="T10" fmla="*/ 5026 w 5351"/>
              <a:gd name="T11" fmla="*/ 72 h 392"/>
              <a:gd name="T12" fmla="*/ 4749 w 5351"/>
              <a:gd name="T13" fmla="*/ 116 h 392"/>
              <a:gd name="T14" fmla="*/ 4699 w 5351"/>
              <a:gd name="T15" fmla="*/ 129 h 392"/>
              <a:gd name="T16" fmla="*/ 4840 w 5351"/>
              <a:gd name="T17" fmla="*/ 88 h 392"/>
              <a:gd name="T18" fmla="*/ 4364 w 5351"/>
              <a:gd name="T19" fmla="*/ 76 h 392"/>
              <a:gd name="T20" fmla="*/ 4232 w 5351"/>
              <a:gd name="T21" fmla="*/ 72 h 392"/>
              <a:gd name="T22" fmla="*/ 4130 w 5351"/>
              <a:gd name="T23" fmla="*/ 303 h 392"/>
              <a:gd name="T24" fmla="*/ 4076 w 5351"/>
              <a:gd name="T25" fmla="*/ 76 h 392"/>
              <a:gd name="T26" fmla="*/ 3900 w 5351"/>
              <a:gd name="T27" fmla="*/ 220 h 392"/>
              <a:gd name="T28" fmla="*/ 4041 w 5351"/>
              <a:gd name="T29" fmla="*/ 76 h 392"/>
              <a:gd name="T30" fmla="*/ 3755 w 5351"/>
              <a:gd name="T31" fmla="*/ 104 h 392"/>
              <a:gd name="T32" fmla="*/ 3654 w 5351"/>
              <a:gd name="T33" fmla="*/ 190 h 392"/>
              <a:gd name="T34" fmla="*/ 3598 w 5351"/>
              <a:gd name="T35" fmla="*/ 76 h 392"/>
              <a:gd name="T36" fmla="*/ 3481 w 5351"/>
              <a:gd name="T37" fmla="*/ 356 h 392"/>
              <a:gd name="T38" fmla="*/ 3274 w 5351"/>
              <a:gd name="T39" fmla="*/ 76 h 392"/>
              <a:gd name="T40" fmla="*/ 3041 w 5351"/>
              <a:gd name="T41" fmla="*/ 76 h 392"/>
              <a:gd name="T42" fmla="*/ 2922 w 5351"/>
              <a:gd name="T43" fmla="*/ 264 h 392"/>
              <a:gd name="T44" fmla="*/ 2944 w 5351"/>
              <a:gd name="T45" fmla="*/ 148 h 392"/>
              <a:gd name="T46" fmla="*/ 2832 w 5351"/>
              <a:gd name="T47" fmla="*/ 292 h 392"/>
              <a:gd name="T48" fmla="*/ 2769 w 5351"/>
              <a:gd name="T49" fmla="*/ 108 h 392"/>
              <a:gd name="T50" fmla="*/ 2691 w 5351"/>
              <a:gd name="T51" fmla="*/ 76 h 392"/>
              <a:gd name="T52" fmla="*/ 2470 w 5351"/>
              <a:gd name="T53" fmla="*/ 257 h 392"/>
              <a:gd name="T54" fmla="*/ 2563 w 5351"/>
              <a:gd name="T55" fmla="*/ 231 h 392"/>
              <a:gd name="T56" fmla="*/ 2419 w 5351"/>
              <a:gd name="T57" fmla="*/ 248 h 392"/>
              <a:gd name="T58" fmla="*/ 2507 w 5351"/>
              <a:gd name="T59" fmla="*/ 361 h 392"/>
              <a:gd name="T60" fmla="*/ 2590 w 5351"/>
              <a:gd name="T61" fmla="*/ 356 h 392"/>
              <a:gd name="T62" fmla="*/ 2105 w 5351"/>
              <a:gd name="T63" fmla="*/ 233 h 392"/>
              <a:gd name="T64" fmla="*/ 2218 w 5351"/>
              <a:gd name="T65" fmla="*/ 88 h 392"/>
              <a:gd name="T66" fmla="*/ 2253 w 5351"/>
              <a:gd name="T67" fmla="*/ 251 h 392"/>
              <a:gd name="T68" fmla="*/ 1961 w 5351"/>
              <a:gd name="T69" fmla="*/ 279 h 392"/>
              <a:gd name="T70" fmla="*/ 2033 w 5351"/>
              <a:gd name="T71" fmla="*/ 76 h 392"/>
              <a:gd name="T72" fmla="*/ 1771 w 5351"/>
              <a:gd name="T73" fmla="*/ 201 h 392"/>
              <a:gd name="T74" fmla="*/ 1698 w 5351"/>
              <a:gd name="T75" fmla="*/ 276 h 392"/>
              <a:gd name="T76" fmla="*/ 1661 w 5351"/>
              <a:gd name="T77" fmla="*/ 81 h 392"/>
              <a:gd name="T78" fmla="*/ 1655 w 5351"/>
              <a:gd name="T79" fmla="*/ 136 h 392"/>
              <a:gd name="T80" fmla="*/ 1534 w 5351"/>
              <a:gd name="T81" fmla="*/ 299 h 392"/>
              <a:gd name="T82" fmla="*/ 1537 w 5351"/>
              <a:gd name="T83" fmla="*/ 76 h 392"/>
              <a:gd name="T84" fmla="*/ 1581 w 5351"/>
              <a:gd name="T85" fmla="*/ 270 h 392"/>
              <a:gd name="T86" fmla="*/ 1298 w 5351"/>
              <a:gd name="T87" fmla="*/ 132 h 392"/>
              <a:gd name="T88" fmla="*/ 1358 w 5351"/>
              <a:gd name="T89" fmla="*/ 73 h 392"/>
              <a:gd name="T90" fmla="*/ 1178 w 5351"/>
              <a:gd name="T91" fmla="*/ 170 h 392"/>
              <a:gd name="T92" fmla="*/ 1065 w 5351"/>
              <a:gd name="T93" fmla="*/ 292 h 392"/>
              <a:gd name="T94" fmla="*/ 1084 w 5351"/>
              <a:gd name="T95" fmla="*/ 267 h 392"/>
              <a:gd name="T96" fmla="*/ 972 w 5351"/>
              <a:gd name="T97" fmla="*/ 303 h 392"/>
              <a:gd name="T98" fmla="*/ 808 w 5351"/>
              <a:gd name="T99" fmla="*/ 147 h 392"/>
              <a:gd name="T100" fmla="*/ 713 w 5351"/>
              <a:gd name="T101" fmla="*/ 76 h 392"/>
              <a:gd name="T102" fmla="*/ 904 w 5351"/>
              <a:gd name="T103" fmla="*/ 73 h 392"/>
              <a:gd name="T104" fmla="*/ 458 w 5351"/>
              <a:gd name="T105" fmla="*/ 384 h 392"/>
              <a:gd name="T106" fmla="*/ 544 w 5351"/>
              <a:gd name="T107" fmla="*/ 256 h 392"/>
              <a:gd name="T108" fmla="*/ 296 w 5351"/>
              <a:gd name="T109" fmla="*/ 207 h 392"/>
              <a:gd name="T110" fmla="*/ 332 w 5351"/>
              <a:gd name="T111" fmla="*/ 73 h 392"/>
              <a:gd name="T112" fmla="*/ 380 w 5351"/>
              <a:gd name="T113" fmla="*/ 151 h 392"/>
              <a:gd name="T114" fmla="*/ 274 w 5351"/>
              <a:gd name="T115" fmla="*/ 300 h 392"/>
              <a:gd name="T116" fmla="*/ 406 w 5351"/>
              <a:gd name="T117" fmla="*/ 110 h 392"/>
              <a:gd name="T118" fmla="*/ 159 w 5351"/>
              <a:gd name="T119" fmla="*/ 63 h 392"/>
              <a:gd name="T120" fmla="*/ 100 w 5351"/>
              <a:gd name="T121" fmla="*/ 1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351" h="392">
                <a:moveTo>
                  <a:pt x="5310" y="235"/>
                </a:moveTo>
                <a:cubicBezTo>
                  <a:pt x="5305" y="247"/>
                  <a:pt x="5298" y="257"/>
                  <a:pt x="5289" y="265"/>
                </a:cubicBezTo>
                <a:cubicBezTo>
                  <a:pt x="5279" y="273"/>
                  <a:pt x="5268" y="275"/>
                  <a:pt x="5254" y="275"/>
                </a:cubicBezTo>
                <a:cubicBezTo>
                  <a:pt x="5239" y="275"/>
                  <a:pt x="5227" y="272"/>
                  <a:pt x="5218" y="264"/>
                </a:cubicBezTo>
                <a:cubicBezTo>
                  <a:pt x="5209" y="256"/>
                  <a:pt x="5201" y="246"/>
                  <a:pt x="5196" y="233"/>
                </a:cubicBezTo>
                <a:cubicBezTo>
                  <a:pt x="5191" y="220"/>
                  <a:pt x="5189" y="205"/>
                  <a:pt x="5189" y="189"/>
                </a:cubicBezTo>
                <a:cubicBezTo>
                  <a:pt x="5189" y="173"/>
                  <a:pt x="5191" y="159"/>
                  <a:pt x="5196" y="146"/>
                </a:cubicBezTo>
                <a:cubicBezTo>
                  <a:pt x="5201" y="133"/>
                  <a:pt x="5209" y="123"/>
                  <a:pt x="5218" y="115"/>
                </a:cubicBezTo>
                <a:cubicBezTo>
                  <a:pt x="5227" y="108"/>
                  <a:pt x="5239" y="104"/>
                  <a:pt x="5254" y="104"/>
                </a:cubicBezTo>
                <a:cubicBezTo>
                  <a:pt x="5268" y="104"/>
                  <a:pt x="5279" y="108"/>
                  <a:pt x="5289" y="115"/>
                </a:cubicBezTo>
                <a:cubicBezTo>
                  <a:pt x="5298" y="122"/>
                  <a:pt x="5305" y="131"/>
                  <a:pt x="5311" y="144"/>
                </a:cubicBezTo>
                <a:cubicBezTo>
                  <a:pt x="5316" y="158"/>
                  <a:pt x="5317" y="172"/>
                  <a:pt x="5317" y="189"/>
                </a:cubicBezTo>
                <a:cubicBezTo>
                  <a:pt x="5317" y="206"/>
                  <a:pt x="5316" y="221"/>
                  <a:pt x="5310" y="235"/>
                </a:cubicBezTo>
                <a:close/>
                <a:moveTo>
                  <a:pt x="5317" y="0"/>
                </a:moveTo>
                <a:cubicBezTo>
                  <a:pt x="5317" y="112"/>
                  <a:pt x="5317" y="112"/>
                  <a:pt x="5317" y="112"/>
                </a:cubicBezTo>
                <a:cubicBezTo>
                  <a:pt x="5314" y="112"/>
                  <a:pt x="5314" y="112"/>
                  <a:pt x="5314" y="112"/>
                </a:cubicBezTo>
                <a:cubicBezTo>
                  <a:pt x="5312" y="108"/>
                  <a:pt x="5308" y="103"/>
                  <a:pt x="5303" y="97"/>
                </a:cubicBezTo>
                <a:cubicBezTo>
                  <a:pt x="5299" y="90"/>
                  <a:pt x="5293" y="85"/>
                  <a:pt x="5284" y="80"/>
                </a:cubicBezTo>
                <a:cubicBezTo>
                  <a:pt x="5275" y="75"/>
                  <a:pt x="5264" y="73"/>
                  <a:pt x="5249" y="73"/>
                </a:cubicBezTo>
                <a:cubicBezTo>
                  <a:pt x="5232" y="73"/>
                  <a:pt x="5214" y="78"/>
                  <a:pt x="5200" y="87"/>
                </a:cubicBezTo>
                <a:cubicBezTo>
                  <a:pt x="5186" y="97"/>
                  <a:pt x="5175" y="110"/>
                  <a:pt x="5166" y="128"/>
                </a:cubicBezTo>
                <a:cubicBezTo>
                  <a:pt x="5159" y="145"/>
                  <a:pt x="5155" y="166"/>
                  <a:pt x="5155" y="190"/>
                </a:cubicBezTo>
                <a:cubicBezTo>
                  <a:pt x="5155" y="213"/>
                  <a:pt x="5159" y="235"/>
                  <a:pt x="5166" y="252"/>
                </a:cubicBezTo>
                <a:cubicBezTo>
                  <a:pt x="5175" y="270"/>
                  <a:pt x="5186" y="284"/>
                  <a:pt x="5200" y="293"/>
                </a:cubicBezTo>
                <a:cubicBezTo>
                  <a:pt x="5214" y="302"/>
                  <a:pt x="5231" y="307"/>
                  <a:pt x="5249" y="307"/>
                </a:cubicBezTo>
                <a:cubicBezTo>
                  <a:pt x="5264" y="307"/>
                  <a:pt x="5274" y="305"/>
                  <a:pt x="5283" y="300"/>
                </a:cubicBezTo>
                <a:cubicBezTo>
                  <a:pt x="5292" y="295"/>
                  <a:pt x="5298" y="289"/>
                  <a:pt x="5303" y="284"/>
                </a:cubicBezTo>
                <a:cubicBezTo>
                  <a:pt x="5308" y="276"/>
                  <a:pt x="5312" y="272"/>
                  <a:pt x="5314" y="268"/>
                </a:cubicBezTo>
                <a:cubicBezTo>
                  <a:pt x="5318" y="268"/>
                  <a:pt x="5318" y="268"/>
                  <a:pt x="5318" y="268"/>
                </a:cubicBezTo>
                <a:cubicBezTo>
                  <a:pt x="5318" y="303"/>
                  <a:pt x="5318" y="303"/>
                  <a:pt x="5318" y="303"/>
                </a:cubicBezTo>
                <a:cubicBezTo>
                  <a:pt x="5351" y="303"/>
                  <a:pt x="5351" y="303"/>
                  <a:pt x="5351" y="303"/>
                </a:cubicBezTo>
                <a:cubicBezTo>
                  <a:pt x="5351" y="0"/>
                  <a:pt x="5351" y="0"/>
                  <a:pt x="5351" y="0"/>
                </a:cubicBezTo>
                <a:lnTo>
                  <a:pt x="5317" y="0"/>
                </a:lnTo>
                <a:close/>
                <a:moveTo>
                  <a:pt x="5076" y="0"/>
                </a:moveTo>
                <a:cubicBezTo>
                  <a:pt x="5111" y="0"/>
                  <a:pt x="5111" y="0"/>
                  <a:pt x="5111" y="0"/>
                </a:cubicBezTo>
                <a:cubicBezTo>
                  <a:pt x="5111" y="303"/>
                  <a:pt x="5111" y="303"/>
                  <a:pt x="5111" y="303"/>
                </a:cubicBezTo>
                <a:cubicBezTo>
                  <a:pt x="5076" y="303"/>
                  <a:pt x="5076" y="303"/>
                  <a:pt x="5076" y="303"/>
                </a:cubicBezTo>
                <a:lnTo>
                  <a:pt x="5076" y="0"/>
                </a:lnTo>
                <a:close/>
                <a:moveTo>
                  <a:pt x="5035" y="72"/>
                </a:moveTo>
                <a:cubicBezTo>
                  <a:pt x="5039" y="72"/>
                  <a:pt x="5042" y="73"/>
                  <a:pt x="5044" y="73"/>
                </a:cubicBezTo>
                <a:cubicBezTo>
                  <a:pt x="5044" y="108"/>
                  <a:pt x="5044" y="108"/>
                  <a:pt x="5044" y="108"/>
                </a:cubicBezTo>
                <a:cubicBezTo>
                  <a:pt x="5043" y="108"/>
                  <a:pt x="5040" y="107"/>
                  <a:pt x="5036" y="107"/>
                </a:cubicBezTo>
                <a:cubicBezTo>
                  <a:pt x="5032" y="106"/>
                  <a:pt x="5028" y="106"/>
                  <a:pt x="5023" y="106"/>
                </a:cubicBezTo>
                <a:cubicBezTo>
                  <a:pt x="5012" y="106"/>
                  <a:pt x="5003" y="108"/>
                  <a:pt x="4994" y="113"/>
                </a:cubicBezTo>
                <a:cubicBezTo>
                  <a:pt x="4985" y="117"/>
                  <a:pt x="4979" y="124"/>
                  <a:pt x="4974" y="131"/>
                </a:cubicBezTo>
                <a:cubicBezTo>
                  <a:pt x="4970" y="140"/>
                  <a:pt x="4966" y="149"/>
                  <a:pt x="4966" y="159"/>
                </a:cubicBezTo>
                <a:cubicBezTo>
                  <a:pt x="4966" y="303"/>
                  <a:pt x="4966" y="303"/>
                  <a:pt x="4966" y="303"/>
                </a:cubicBezTo>
                <a:cubicBezTo>
                  <a:pt x="4933" y="303"/>
                  <a:pt x="4933" y="303"/>
                  <a:pt x="4933" y="303"/>
                </a:cubicBezTo>
                <a:cubicBezTo>
                  <a:pt x="4933" y="76"/>
                  <a:pt x="4933" y="76"/>
                  <a:pt x="4933" y="76"/>
                </a:cubicBezTo>
                <a:cubicBezTo>
                  <a:pt x="4965" y="76"/>
                  <a:pt x="4965" y="76"/>
                  <a:pt x="4965" y="76"/>
                </a:cubicBezTo>
                <a:cubicBezTo>
                  <a:pt x="4965" y="110"/>
                  <a:pt x="4965" y="110"/>
                  <a:pt x="4965" y="110"/>
                </a:cubicBezTo>
                <a:cubicBezTo>
                  <a:pt x="4968" y="110"/>
                  <a:pt x="4968" y="110"/>
                  <a:pt x="4968" y="110"/>
                </a:cubicBezTo>
                <a:cubicBezTo>
                  <a:pt x="4972" y="98"/>
                  <a:pt x="4980" y="89"/>
                  <a:pt x="4990" y="83"/>
                </a:cubicBezTo>
                <a:cubicBezTo>
                  <a:pt x="5001" y="76"/>
                  <a:pt x="5012" y="72"/>
                  <a:pt x="5026" y="72"/>
                </a:cubicBezTo>
                <a:cubicBezTo>
                  <a:pt x="5029" y="72"/>
                  <a:pt x="5031" y="72"/>
                  <a:pt x="5035" y="72"/>
                </a:cubicBezTo>
                <a:close/>
                <a:moveTo>
                  <a:pt x="4847" y="233"/>
                </a:moveTo>
                <a:cubicBezTo>
                  <a:pt x="4842" y="245"/>
                  <a:pt x="4835" y="256"/>
                  <a:pt x="4825" y="264"/>
                </a:cubicBezTo>
                <a:cubicBezTo>
                  <a:pt x="4815" y="272"/>
                  <a:pt x="4803" y="275"/>
                  <a:pt x="4788" y="275"/>
                </a:cubicBezTo>
                <a:cubicBezTo>
                  <a:pt x="4772" y="275"/>
                  <a:pt x="4760" y="272"/>
                  <a:pt x="4749" y="264"/>
                </a:cubicBezTo>
                <a:cubicBezTo>
                  <a:pt x="4740" y="256"/>
                  <a:pt x="4732" y="245"/>
                  <a:pt x="4728" y="233"/>
                </a:cubicBezTo>
                <a:cubicBezTo>
                  <a:pt x="4723" y="219"/>
                  <a:pt x="4720" y="205"/>
                  <a:pt x="4720" y="190"/>
                </a:cubicBezTo>
                <a:cubicBezTo>
                  <a:pt x="4720" y="175"/>
                  <a:pt x="4723" y="160"/>
                  <a:pt x="4728" y="148"/>
                </a:cubicBezTo>
                <a:cubicBezTo>
                  <a:pt x="4732" y="134"/>
                  <a:pt x="4740" y="125"/>
                  <a:pt x="4749" y="116"/>
                </a:cubicBezTo>
                <a:cubicBezTo>
                  <a:pt x="4760" y="108"/>
                  <a:pt x="4772" y="104"/>
                  <a:pt x="4788" y="104"/>
                </a:cubicBezTo>
                <a:cubicBezTo>
                  <a:pt x="4803" y="104"/>
                  <a:pt x="4815" y="108"/>
                  <a:pt x="4825" y="116"/>
                </a:cubicBezTo>
                <a:cubicBezTo>
                  <a:pt x="4835" y="125"/>
                  <a:pt x="4842" y="134"/>
                  <a:pt x="4847" y="148"/>
                </a:cubicBezTo>
                <a:cubicBezTo>
                  <a:pt x="4852" y="160"/>
                  <a:pt x="4855" y="175"/>
                  <a:pt x="4855" y="190"/>
                </a:cubicBezTo>
                <a:cubicBezTo>
                  <a:pt x="4855" y="205"/>
                  <a:pt x="4852" y="219"/>
                  <a:pt x="4847" y="233"/>
                </a:cubicBezTo>
                <a:close/>
                <a:moveTo>
                  <a:pt x="4840" y="88"/>
                </a:moveTo>
                <a:cubicBezTo>
                  <a:pt x="4825" y="78"/>
                  <a:pt x="4808" y="73"/>
                  <a:pt x="4788" y="73"/>
                </a:cubicBezTo>
                <a:cubicBezTo>
                  <a:pt x="4767" y="73"/>
                  <a:pt x="4749" y="78"/>
                  <a:pt x="4735" y="88"/>
                </a:cubicBezTo>
                <a:cubicBezTo>
                  <a:pt x="4720" y="98"/>
                  <a:pt x="4707" y="111"/>
                  <a:pt x="4699" y="129"/>
                </a:cubicBezTo>
                <a:cubicBezTo>
                  <a:pt x="4691" y="146"/>
                  <a:pt x="4686" y="167"/>
                  <a:pt x="4686" y="190"/>
                </a:cubicBezTo>
                <a:cubicBezTo>
                  <a:pt x="4686" y="213"/>
                  <a:pt x="4691" y="234"/>
                  <a:pt x="4699" y="251"/>
                </a:cubicBezTo>
                <a:cubicBezTo>
                  <a:pt x="4707" y="269"/>
                  <a:pt x="4720" y="283"/>
                  <a:pt x="4735" y="292"/>
                </a:cubicBezTo>
                <a:cubicBezTo>
                  <a:pt x="4749" y="302"/>
                  <a:pt x="4767" y="307"/>
                  <a:pt x="4788" y="307"/>
                </a:cubicBezTo>
                <a:cubicBezTo>
                  <a:pt x="4808" y="307"/>
                  <a:pt x="4825" y="302"/>
                  <a:pt x="4840" y="292"/>
                </a:cubicBezTo>
                <a:cubicBezTo>
                  <a:pt x="4856" y="283"/>
                  <a:pt x="4867" y="269"/>
                  <a:pt x="4876" y="251"/>
                </a:cubicBezTo>
                <a:cubicBezTo>
                  <a:pt x="4884" y="234"/>
                  <a:pt x="4888" y="213"/>
                  <a:pt x="4888" y="190"/>
                </a:cubicBezTo>
                <a:cubicBezTo>
                  <a:pt x="4888" y="167"/>
                  <a:pt x="4884" y="146"/>
                  <a:pt x="4876" y="129"/>
                </a:cubicBezTo>
                <a:cubicBezTo>
                  <a:pt x="4867" y="111"/>
                  <a:pt x="4856" y="98"/>
                  <a:pt x="4840" y="88"/>
                </a:cubicBezTo>
                <a:close/>
                <a:moveTo>
                  <a:pt x="4631" y="76"/>
                </a:moveTo>
                <a:cubicBezTo>
                  <a:pt x="4667" y="76"/>
                  <a:pt x="4667" y="76"/>
                  <a:pt x="4667" y="76"/>
                </a:cubicBezTo>
                <a:cubicBezTo>
                  <a:pt x="4599" y="303"/>
                  <a:pt x="4599" y="303"/>
                  <a:pt x="4599" y="303"/>
                </a:cubicBezTo>
                <a:cubicBezTo>
                  <a:pt x="4565" y="303"/>
                  <a:pt x="4565" y="303"/>
                  <a:pt x="4565" y="303"/>
                </a:cubicBezTo>
                <a:cubicBezTo>
                  <a:pt x="4516" y="129"/>
                  <a:pt x="4516" y="129"/>
                  <a:pt x="4516" y="129"/>
                </a:cubicBezTo>
                <a:cubicBezTo>
                  <a:pt x="4514" y="129"/>
                  <a:pt x="4514" y="129"/>
                  <a:pt x="4514" y="129"/>
                </a:cubicBezTo>
                <a:cubicBezTo>
                  <a:pt x="4465" y="303"/>
                  <a:pt x="4465" y="303"/>
                  <a:pt x="4465" y="303"/>
                </a:cubicBezTo>
                <a:cubicBezTo>
                  <a:pt x="4432" y="303"/>
                  <a:pt x="4432" y="303"/>
                  <a:pt x="4432" y="303"/>
                </a:cubicBezTo>
                <a:cubicBezTo>
                  <a:pt x="4364" y="76"/>
                  <a:pt x="4364" y="76"/>
                  <a:pt x="4364" y="76"/>
                </a:cubicBezTo>
                <a:cubicBezTo>
                  <a:pt x="4399" y="76"/>
                  <a:pt x="4399" y="76"/>
                  <a:pt x="4399" y="76"/>
                </a:cubicBezTo>
                <a:cubicBezTo>
                  <a:pt x="4448" y="249"/>
                  <a:pt x="4448" y="249"/>
                  <a:pt x="4448" y="249"/>
                </a:cubicBezTo>
                <a:cubicBezTo>
                  <a:pt x="4450" y="249"/>
                  <a:pt x="4450" y="249"/>
                  <a:pt x="4450" y="249"/>
                </a:cubicBezTo>
                <a:cubicBezTo>
                  <a:pt x="4498" y="76"/>
                  <a:pt x="4498" y="76"/>
                  <a:pt x="4498" y="76"/>
                </a:cubicBezTo>
                <a:cubicBezTo>
                  <a:pt x="4534" y="76"/>
                  <a:pt x="4534" y="76"/>
                  <a:pt x="4534" y="76"/>
                </a:cubicBezTo>
                <a:cubicBezTo>
                  <a:pt x="4581" y="248"/>
                  <a:pt x="4581" y="248"/>
                  <a:pt x="4581" y="248"/>
                </a:cubicBezTo>
                <a:cubicBezTo>
                  <a:pt x="4583" y="248"/>
                  <a:pt x="4583" y="248"/>
                  <a:pt x="4583" y="248"/>
                </a:cubicBezTo>
                <a:lnTo>
                  <a:pt x="4631" y="76"/>
                </a:lnTo>
                <a:close/>
                <a:moveTo>
                  <a:pt x="4232" y="72"/>
                </a:moveTo>
                <a:cubicBezTo>
                  <a:pt x="4236" y="72"/>
                  <a:pt x="4239" y="73"/>
                  <a:pt x="4241" y="73"/>
                </a:cubicBezTo>
                <a:cubicBezTo>
                  <a:pt x="4241" y="108"/>
                  <a:pt x="4241" y="108"/>
                  <a:pt x="4241" y="108"/>
                </a:cubicBezTo>
                <a:cubicBezTo>
                  <a:pt x="4240" y="108"/>
                  <a:pt x="4237" y="107"/>
                  <a:pt x="4233" y="107"/>
                </a:cubicBezTo>
                <a:cubicBezTo>
                  <a:pt x="4229" y="106"/>
                  <a:pt x="4225" y="106"/>
                  <a:pt x="4221" y="106"/>
                </a:cubicBezTo>
                <a:cubicBezTo>
                  <a:pt x="4209" y="106"/>
                  <a:pt x="4200" y="108"/>
                  <a:pt x="4191" y="113"/>
                </a:cubicBezTo>
                <a:cubicBezTo>
                  <a:pt x="4183" y="117"/>
                  <a:pt x="4177" y="124"/>
                  <a:pt x="4171" y="131"/>
                </a:cubicBezTo>
                <a:cubicBezTo>
                  <a:pt x="4167" y="140"/>
                  <a:pt x="4164" y="149"/>
                  <a:pt x="4164" y="159"/>
                </a:cubicBezTo>
                <a:cubicBezTo>
                  <a:pt x="4164" y="303"/>
                  <a:pt x="4164" y="303"/>
                  <a:pt x="4164" y="303"/>
                </a:cubicBezTo>
                <a:cubicBezTo>
                  <a:pt x="4130" y="303"/>
                  <a:pt x="4130" y="303"/>
                  <a:pt x="4130" y="303"/>
                </a:cubicBezTo>
                <a:cubicBezTo>
                  <a:pt x="4130" y="76"/>
                  <a:pt x="4130" y="76"/>
                  <a:pt x="4130" y="76"/>
                </a:cubicBezTo>
                <a:cubicBezTo>
                  <a:pt x="4163" y="76"/>
                  <a:pt x="4163" y="76"/>
                  <a:pt x="4163" y="76"/>
                </a:cubicBezTo>
                <a:cubicBezTo>
                  <a:pt x="4163" y="110"/>
                  <a:pt x="4163" y="110"/>
                  <a:pt x="4163" y="110"/>
                </a:cubicBezTo>
                <a:cubicBezTo>
                  <a:pt x="4165" y="110"/>
                  <a:pt x="4165" y="110"/>
                  <a:pt x="4165" y="110"/>
                </a:cubicBezTo>
                <a:cubicBezTo>
                  <a:pt x="4169" y="98"/>
                  <a:pt x="4177" y="89"/>
                  <a:pt x="4187" y="83"/>
                </a:cubicBezTo>
                <a:cubicBezTo>
                  <a:pt x="4198" y="76"/>
                  <a:pt x="4210" y="72"/>
                  <a:pt x="4224" y="72"/>
                </a:cubicBezTo>
                <a:lnTo>
                  <a:pt x="4232" y="72"/>
                </a:lnTo>
                <a:close/>
                <a:moveTo>
                  <a:pt x="4041" y="76"/>
                </a:moveTo>
                <a:cubicBezTo>
                  <a:pt x="4076" y="76"/>
                  <a:pt x="4076" y="76"/>
                  <a:pt x="4076" y="76"/>
                </a:cubicBezTo>
                <a:cubicBezTo>
                  <a:pt x="4076" y="303"/>
                  <a:pt x="4076" y="303"/>
                  <a:pt x="4076" y="303"/>
                </a:cubicBezTo>
                <a:cubicBezTo>
                  <a:pt x="4041" y="303"/>
                  <a:pt x="4041" y="303"/>
                  <a:pt x="4041" y="303"/>
                </a:cubicBezTo>
                <a:cubicBezTo>
                  <a:pt x="4041" y="264"/>
                  <a:pt x="4041" y="264"/>
                  <a:pt x="4041" y="264"/>
                </a:cubicBezTo>
                <a:cubicBezTo>
                  <a:pt x="4039" y="264"/>
                  <a:pt x="4039" y="264"/>
                  <a:pt x="4039" y="264"/>
                </a:cubicBezTo>
                <a:cubicBezTo>
                  <a:pt x="4033" y="275"/>
                  <a:pt x="4026" y="285"/>
                  <a:pt x="4014" y="293"/>
                </a:cubicBezTo>
                <a:cubicBezTo>
                  <a:pt x="4004" y="301"/>
                  <a:pt x="3989" y="306"/>
                  <a:pt x="3972" y="306"/>
                </a:cubicBezTo>
                <a:cubicBezTo>
                  <a:pt x="3959" y="306"/>
                  <a:pt x="3946" y="302"/>
                  <a:pt x="3936" y="296"/>
                </a:cubicBezTo>
                <a:cubicBezTo>
                  <a:pt x="3924" y="290"/>
                  <a:pt x="3916" y="281"/>
                  <a:pt x="3910" y="268"/>
                </a:cubicBezTo>
                <a:cubicBezTo>
                  <a:pt x="3903" y="255"/>
                  <a:pt x="3900" y="240"/>
                  <a:pt x="3900" y="220"/>
                </a:cubicBezTo>
                <a:cubicBezTo>
                  <a:pt x="3900" y="76"/>
                  <a:pt x="3900" y="76"/>
                  <a:pt x="3900" y="76"/>
                </a:cubicBezTo>
                <a:cubicBezTo>
                  <a:pt x="3935" y="76"/>
                  <a:pt x="3935" y="76"/>
                  <a:pt x="3935" y="76"/>
                </a:cubicBezTo>
                <a:cubicBezTo>
                  <a:pt x="3935" y="217"/>
                  <a:pt x="3935" y="217"/>
                  <a:pt x="3935" y="217"/>
                </a:cubicBezTo>
                <a:cubicBezTo>
                  <a:pt x="3935" y="234"/>
                  <a:pt x="3940" y="247"/>
                  <a:pt x="3948" y="257"/>
                </a:cubicBezTo>
                <a:cubicBezTo>
                  <a:pt x="3958" y="267"/>
                  <a:pt x="3969" y="272"/>
                  <a:pt x="3984" y="272"/>
                </a:cubicBezTo>
                <a:cubicBezTo>
                  <a:pt x="3992" y="272"/>
                  <a:pt x="4001" y="270"/>
                  <a:pt x="4010" y="265"/>
                </a:cubicBezTo>
                <a:cubicBezTo>
                  <a:pt x="4018" y="261"/>
                  <a:pt x="4026" y="254"/>
                  <a:pt x="4032" y="244"/>
                </a:cubicBezTo>
                <a:cubicBezTo>
                  <a:pt x="4038" y="236"/>
                  <a:pt x="4041" y="224"/>
                  <a:pt x="4041" y="210"/>
                </a:cubicBezTo>
                <a:lnTo>
                  <a:pt x="4041" y="76"/>
                </a:lnTo>
                <a:close/>
                <a:moveTo>
                  <a:pt x="3815" y="233"/>
                </a:moveTo>
                <a:cubicBezTo>
                  <a:pt x="3810" y="245"/>
                  <a:pt x="3803" y="256"/>
                  <a:pt x="3793" y="264"/>
                </a:cubicBezTo>
                <a:cubicBezTo>
                  <a:pt x="3783" y="272"/>
                  <a:pt x="3770" y="275"/>
                  <a:pt x="3755" y="275"/>
                </a:cubicBezTo>
                <a:cubicBezTo>
                  <a:pt x="3739" y="275"/>
                  <a:pt x="3727" y="272"/>
                  <a:pt x="3718" y="264"/>
                </a:cubicBezTo>
                <a:cubicBezTo>
                  <a:pt x="3708" y="256"/>
                  <a:pt x="3700" y="245"/>
                  <a:pt x="3696" y="233"/>
                </a:cubicBezTo>
                <a:cubicBezTo>
                  <a:pt x="3691" y="219"/>
                  <a:pt x="3689" y="205"/>
                  <a:pt x="3689" y="190"/>
                </a:cubicBezTo>
                <a:cubicBezTo>
                  <a:pt x="3689" y="175"/>
                  <a:pt x="3691" y="160"/>
                  <a:pt x="3696" y="148"/>
                </a:cubicBezTo>
                <a:cubicBezTo>
                  <a:pt x="3700" y="134"/>
                  <a:pt x="3708" y="125"/>
                  <a:pt x="3718" y="116"/>
                </a:cubicBezTo>
                <a:cubicBezTo>
                  <a:pt x="3727" y="108"/>
                  <a:pt x="3739" y="104"/>
                  <a:pt x="3755" y="104"/>
                </a:cubicBezTo>
                <a:cubicBezTo>
                  <a:pt x="3770" y="104"/>
                  <a:pt x="3783" y="108"/>
                  <a:pt x="3793" y="116"/>
                </a:cubicBezTo>
                <a:cubicBezTo>
                  <a:pt x="3803" y="125"/>
                  <a:pt x="3810" y="134"/>
                  <a:pt x="3815" y="148"/>
                </a:cubicBezTo>
                <a:cubicBezTo>
                  <a:pt x="3820" y="160"/>
                  <a:pt x="3822" y="175"/>
                  <a:pt x="3822" y="190"/>
                </a:cubicBezTo>
                <a:cubicBezTo>
                  <a:pt x="3822" y="205"/>
                  <a:pt x="3820" y="219"/>
                  <a:pt x="3815" y="233"/>
                </a:cubicBezTo>
                <a:close/>
                <a:moveTo>
                  <a:pt x="3808" y="88"/>
                </a:moveTo>
                <a:cubicBezTo>
                  <a:pt x="3793" y="78"/>
                  <a:pt x="3775" y="73"/>
                  <a:pt x="3755" y="73"/>
                </a:cubicBezTo>
                <a:cubicBezTo>
                  <a:pt x="3735" y="73"/>
                  <a:pt x="3718" y="78"/>
                  <a:pt x="3702" y="88"/>
                </a:cubicBezTo>
                <a:cubicBezTo>
                  <a:pt x="3687" y="98"/>
                  <a:pt x="3676" y="111"/>
                  <a:pt x="3667" y="129"/>
                </a:cubicBezTo>
                <a:cubicBezTo>
                  <a:pt x="3658" y="146"/>
                  <a:pt x="3654" y="167"/>
                  <a:pt x="3654" y="190"/>
                </a:cubicBezTo>
                <a:cubicBezTo>
                  <a:pt x="3654" y="213"/>
                  <a:pt x="3658" y="234"/>
                  <a:pt x="3667" y="251"/>
                </a:cubicBezTo>
                <a:cubicBezTo>
                  <a:pt x="3676" y="269"/>
                  <a:pt x="3687" y="283"/>
                  <a:pt x="3702" y="292"/>
                </a:cubicBezTo>
                <a:cubicBezTo>
                  <a:pt x="3718" y="302"/>
                  <a:pt x="3735" y="307"/>
                  <a:pt x="3755" y="307"/>
                </a:cubicBezTo>
                <a:cubicBezTo>
                  <a:pt x="3775" y="307"/>
                  <a:pt x="3793" y="302"/>
                  <a:pt x="3808" y="292"/>
                </a:cubicBezTo>
                <a:cubicBezTo>
                  <a:pt x="3823" y="283"/>
                  <a:pt x="3836" y="269"/>
                  <a:pt x="3844" y="251"/>
                </a:cubicBezTo>
                <a:cubicBezTo>
                  <a:pt x="3851" y="234"/>
                  <a:pt x="3856" y="213"/>
                  <a:pt x="3856" y="190"/>
                </a:cubicBezTo>
                <a:cubicBezTo>
                  <a:pt x="3856" y="167"/>
                  <a:pt x="3851" y="146"/>
                  <a:pt x="3844" y="129"/>
                </a:cubicBezTo>
                <a:cubicBezTo>
                  <a:pt x="3836" y="111"/>
                  <a:pt x="3823" y="98"/>
                  <a:pt x="3808" y="88"/>
                </a:cubicBezTo>
                <a:close/>
                <a:moveTo>
                  <a:pt x="3598" y="76"/>
                </a:moveTo>
                <a:cubicBezTo>
                  <a:pt x="3635" y="76"/>
                  <a:pt x="3635" y="76"/>
                  <a:pt x="3635" y="76"/>
                </a:cubicBezTo>
                <a:cubicBezTo>
                  <a:pt x="3541" y="336"/>
                  <a:pt x="3541" y="336"/>
                  <a:pt x="3541" y="336"/>
                </a:cubicBezTo>
                <a:cubicBezTo>
                  <a:pt x="3537" y="347"/>
                  <a:pt x="3531" y="356"/>
                  <a:pt x="3525" y="364"/>
                </a:cubicBezTo>
                <a:cubicBezTo>
                  <a:pt x="3519" y="372"/>
                  <a:pt x="3512" y="378"/>
                  <a:pt x="3503" y="382"/>
                </a:cubicBezTo>
                <a:cubicBezTo>
                  <a:pt x="3495" y="386"/>
                  <a:pt x="3486" y="387"/>
                  <a:pt x="3475" y="387"/>
                </a:cubicBezTo>
                <a:cubicBezTo>
                  <a:pt x="3470" y="387"/>
                  <a:pt x="3464" y="387"/>
                  <a:pt x="3460" y="386"/>
                </a:cubicBezTo>
                <a:cubicBezTo>
                  <a:pt x="3455" y="385"/>
                  <a:pt x="3453" y="385"/>
                  <a:pt x="3451" y="384"/>
                </a:cubicBezTo>
                <a:cubicBezTo>
                  <a:pt x="3459" y="353"/>
                  <a:pt x="3459" y="353"/>
                  <a:pt x="3459" y="353"/>
                </a:cubicBezTo>
                <a:cubicBezTo>
                  <a:pt x="3468" y="355"/>
                  <a:pt x="3475" y="356"/>
                  <a:pt x="3481" y="356"/>
                </a:cubicBezTo>
                <a:cubicBezTo>
                  <a:pt x="3488" y="355"/>
                  <a:pt x="3494" y="352"/>
                  <a:pt x="3498" y="346"/>
                </a:cubicBezTo>
                <a:cubicBezTo>
                  <a:pt x="3503" y="341"/>
                  <a:pt x="3508" y="333"/>
                  <a:pt x="3512" y="321"/>
                </a:cubicBezTo>
                <a:cubicBezTo>
                  <a:pt x="3519" y="304"/>
                  <a:pt x="3519" y="304"/>
                  <a:pt x="3519" y="304"/>
                </a:cubicBezTo>
                <a:cubicBezTo>
                  <a:pt x="3436" y="76"/>
                  <a:pt x="3436" y="76"/>
                  <a:pt x="3436" y="76"/>
                </a:cubicBezTo>
                <a:cubicBezTo>
                  <a:pt x="3473" y="76"/>
                  <a:pt x="3473" y="76"/>
                  <a:pt x="3473" y="76"/>
                </a:cubicBezTo>
                <a:cubicBezTo>
                  <a:pt x="3535" y="256"/>
                  <a:pt x="3535" y="256"/>
                  <a:pt x="3535" y="256"/>
                </a:cubicBezTo>
                <a:cubicBezTo>
                  <a:pt x="3537" y="256"/>
                  <a:pt x="3537" y="256"/>
                  <a:pt x="3537" y="256"/>
                </a:cubicBezTo>
                <a:lnTo>
                  <a:pt x="3598" y="76"/>
                </a:lnTo>
                <a:close/>
                <a:moveTo>
                  <a:pt x="3274" y="76"/>
                </a:moveTo>
                <a:cubicBezTo>
                  <a:pt x="3309" y="76"/>
                  <a:pt x="3309" y="76"/>
                  <a:pt x="3309" y="76"/>
                </a:cubicBezTo>
                <a:cubicBezTo>
                  <a:pt x="3241" y="303"/>
                  <a:pt x="3241" y="303"/>
                  <a:pt x="3241" y="303"/>
                </a:cubicBezTo>
                <a:cubicBezTo>
                  <a:pt x="3208" y="303"/>
                  <a:pt x="3208" y="303"/>
                  <a:pt x="3208" y="303"/>
                </a:cubicBezTo>
                <a:cubicBezTo>
                  <a:pt x="3159" y="129"/>
                  <a:pt x="3159" y="129"/>
                  <a:pt x="3159" y="129"/>
                </a:cubicBezTo>
                <a:cubicBezTo>
                  <a:pt x="3156" y="129"/>
                  <a:pt x="3156" y="129"/>
                  <a:pt x="3156" y="129"/>
                </a:cubicBezTo>
                <a:cubicBezTo>
                  <a:pt x="3107" y="303"/>
                  <a:pt x="3107" y="303"/>
                  <a:pt x="3107" y="303"/>
                </a:cubicBezTo>
                <a:cubicBezTo>
                  <a:pt x="3074" y="303"/>
                  <a:pt x="3074" y="303"/>
                  <a:pt x="3074" y="303"/>
                </a:cubicBezTo>
                <a:cubicBezTo>
                  <a:pt x="3006" y="76"/>
                  <a:pt x="3006" y="76"/>
                  <a:pt x="3006" y="76"/>
                </a:cubicBezTo>
                <a:cubicBezTo>
                  <a:pt x="3041" y="76"/>
                  <a:pt x="3041" y="76"/>
                  <a:pt x="3041" y="76"/>
                </a:cubicBezTo>
                <a:cubicBezTo>
                  <a:pt x="3089" y="249"/>
                  <a:pt x="3089" y="249"/>
                  <a:pt x="3089" y="249"/>
                </a:cubicBezTo>
                <a:cubicBezTo>
                  <a:pt x="3092" y="249"/>
                  <a:pt x="3092" y="249"/>
                  <a:pt x="3092" y="249"/>
                </a:cubicBezTo>
                <a:cubicBezTo>
                  <a:pt x="3140" y="76"/>
                  <a:pt x="3140" y="76"/>
                  <a:pt x="3140" y="76"/>
                </a:cubicBezTo>
                <a:cubicBezTo>
                  <a:pt x="3176" y="76"/>
                  <a:pt x="3176" y="76"/>
                  <a:pt x="3176" y="76"/>
                </a:cubicBezTo>
                <a:cubicBezTo>
                  <a:pt x="3223" y="248"/>
                  <a:pt x="3223" y="248"/>
                  <a:pt x="3223" y="248"/>
                </a:cubicBezTo>
                <a:cubicBezTo>
                  <a:pt x="3225" y="248"/>
                  <a:pt x="3225" y="248"/>
                  <a:pt x="3225" y="248"/>
                </a:cubicBezTo>
                <a:lnTo>
                  <a:pt x="3274" y="76"/>
                </a:lnTo>
                <a:close/>
                <a:moveTo>
                  <a:pt x="2944" y="233"/>
                </a:moveTo>
                <a:cubicBezTo>
                  <a:pt x="2940" y="245"/>
                  <a:pt x="2933" y="256"/>
                  <a:pt x="2922" y="264"/>
                </a:cubicBezTo>
                <a:cubicBezTo>
                  <a:pt x="2913" y="272"/>
                  <a:pt x="2900" y="275"/>
                  <a:pt x="2885" y="275"/>
                </a:cubicBezTo>
                <a:cubicBezTo>
                  <a:pt x="2870" y="275"/>
                  <a:pt x="2857" y="272"/>
                  <a:pt x="2848" y="264"/>
                </a:cubicBezTo>
                <a:cubicBezTo>
                  <a:pt x="2837" y="256"/>
                  <a:pt x="2830" y="245"/>
                  <a:pt x="2826" y="233"/>
                </a:cubicBezTo>
                <a:cubicBezTo>
                  <a:pt x="2821" y="219"/>
                  <a:pt x="2818" y="205"/>
                  <a:pt x="2818" y="190"/>
                </a:cubicBezTo>
                <a:cubicBezTo>
                  <a:pt x="2818" y="175"/>
                  <a:pt x="2821" y="160"/>
                  <a:pt x="2826" y="148"/>
                </a:cubicBezTo>
                <a:cubicBezTo>
                  <a:pt x="2830" y="134"/>
                  <a:pt x="2837" y="125"/>
                  <a:pt x="2848" y="116"/>
                </a:cubicBezTo>
                <a:cubicBezTo>
                  <a:pt x="2857" y="108"/>
                  <a:pt x="2870" y="104"/>
                  <a:pt x="2885" y="104"/>
                </a:cubicBezTo>
                <a:cubicBezTo>
                  <a:pt x="2900" y="104"/>
                  <a:pt x="2913" y="108"/>
                  <a:pt x="2922" y="116"/>
                </a:cubicBezTo>
                <a:cubicBezTo>
                  <a:pt x="2933" y="125"/>
                  <a:pt x="2940" y="134"/>
                  <a:pt x="2944" y="148"/>
                </a:cubicBezTo>
                <a:cubicBezTo>
                  <a:pt x="2949" y="160"/>
                  <a:pt x="2952" y="175"/>
                  <a:pt x="2952" y="190"/>
                </a:cubicBezTo>
                <a:cubicBezTo>
                  <a:pt x="2952" y="205"/>
                  <a:pt x="2949" y="219"/>
                  <a:pt x="2944" y="233"/>
                </a:cubicBezTo>
                <a:close/>
                <a:moveTo>
                  <a:pt x="2938" y="88"/>
                </a:moveTo>
                <a:cubicBezTo>
                  <a:pt x="2922" y="78"/>
                  <a:pt x="2905" y="73"/>
                  <a:pt x="2885" y="73"/>
                </a:cubicBezTo>
                <a:cubicBezTo>
                  <a:pt x="2865" y="73"/>
                  <a:pt x="2848" y="78"/>
                  <a:pt x="2832" y="88"/>
                </a:cubicBezTo>
                <a:cubicBezTo>
                  <a:pt x="2817" y="98"/>
                  <a:pt x="2806" y="111"/>
                  <a:pt x="2797" y="129"/>
                </a:cubicBezTo>
                <a:cubicBezTo>
                  <a:pt x="2788" y="146"/>
                  <a:pt x="2784" y="167"/>
                  <a:pt x="2784" y="190"/>
                </a:cubicBezTo>
                <a:cubicBezTo>
                  <a:pt x="2784" y="213"/>
                  <a:pt x="2788" y="234"/>
                  <a:pt x="2797" y="251"/>
                </a:cubicBezTo>
                <a:cubicBezTo>
                  <a:pt x="2806" y="269"/>
                  <a:pt x="2817" y="283"/>
                  <a:pt x="2832" y="292"/>
                </a:cubicBezTo>
                <a:cubicBezTo>
                  <a:pt x="2848" y="302"/>
                  <a:pt x="2865" y="307"/>
                  <a:pt x="2885" y="307"/>
                </a:cubicBezTo>
                <a:cubicBezTo>
                  <a:pt x="2905" y="307"/>
                  <a:pt x="2922" y="302"/>
                  <a:pt x="2938" y="292"/>
                </a:cubicBezTo>
                <a:cubicBezTo>
                  <a:pt x="2953" y="283"/>
                  <a:pt x="2964" y="269"/>
                  <a:pt x="2973" y="251"/>
                </a:cubicBezTo>
                <a:cubicBezTo>
                  <a:pt x="2982" y="234"/>
                  <a:pt x="2986" y="213"/>
                  <a:pt x="2986" y="190"/>
                </a:cubicBezTo>
                <a:cubicBezTo>
                  <a:pt x="2986" y="167"/>
                  <a:pt x="2982" y="146"/>
                  <a:pt x="2973" y="129"/>
                </a:cubicBezTo>
                <a:cubicBezTo>
                  <a:pt x="2964" y="111"/>
                  <a:pt x="2953" y="98"/>
                  <a:pt x="2938" y="88"/>
                </a:cubicBezTo>
                <a:close/>
                <a:moveTo>
                  <a:pt x="2761" y="72"/>
                </a:moveTo>
                <a:cubicBezTo>
                  <a:pt x="2764" y="72"/>
                  <a:pt x="2767" y="73"/>
                  <a:pt x="2769" y="73"/>
                </a:cubicBezTo>
                <a:cubicBezTo>
                  <a:pt x="2769" y="108"/>
                  <a:pt x="2769" y="108"/>
                  <a:pt x="2769" y="108"/>
                </a:cubicBezTo>
                <a:cubicBezTo>
                  <a:pt x="2768" y="108"/>
                  <a:pt x="2765" y="107"/>
                  <a:pt x="2762" y="107"/>
                </a:cubicBezTo>
                <a:cubicBezTo>
                  <a:pt x="2757" y="106"/>
                  <a:pt x="2753" y="106"/>
                  <a:pt x="2748" y="106"/>
                </a:cubicBezTo>
                <a:cubicBezTo>
                  <a:pt x="2738" y="106"/>
                  <a:pt x="2728" y="108"/>
                  <a:pt x="2720" y="113"/>
                </a:cubicBezTo>
                <a:cubicBezTo>
                  <a:pt x="2711" y="117"/>
                  <a:pt x="2704" y="124"/>
                  <a:pt x="2699" y="131"/>
                </a:cubicBezTo>
                <a:cubicBezTo>
                  <a:pt x="2695" y="140"/>
                  <a:pt x="2692" y="149"/>
                  <a:pt x="2692" y="159"/>
                </a:cubicBezTo>
                <a:cubicBezTo>
                  <a:pt x="2692" y="303"/>
                  <a:pt x="2692" y="303"/>
                  <a:pt x="2692" y="303"/>
                </a:cubicBezTo>
                <a:cubicBezTo>
                  <a:pt x="2657" y="303"/>
                  <a:pt x="2657" y="303"/>
                  <a:pt x="2657" y="303"/>
                </a:cubicBezTo>
                <a:cubicBezTo>
                  <a:pt x="2657" y="76"/>
                  <a:pt x="2657" y="76"/>
                  <a:pt x="2657" y="76"/>
                </a:cubicBezTo>
                <a:cubicBezTo>
                  <a:pt x="2691" y="76"/>
                  <a:pt x="2691" y="76"/>
                  <a:pt x="2691" y="76"/>
                </a:cubicBezTo>
                <a:cubicBezTo>
                  <a:pt x="2691" y="110"/>
                  <a:pt x="2691" y="110"/>
                  <a:pt x="2691" y="110"/>
                </a:cubicBezTo>
                <a:cubicBezTo>
                  <a:pt x="2693" y="110"/>
                  <a:pt x="2693" y="110"/>
                  <a:pt x="2693" y="110"/>
                </a:cubicBezTo>
                <a:cubicBezTo>
                  <a:pt x="2697" y="98"/>
                  <a:pt x="2704" y="89"/>
                  <a:pt x="2715" y="83"/>
                </a:cubicBezTo>
                <a:cubicBezTo>
                  <a:pt x="2726" y="76"/>
                  <a:pt x="2738" y="72"/>
                  <a:pt x="2751" y="72"/>
                </a:cubicBezTo>
                <a:cubicBezTo>
                  <a:pt x="2754" y="72"/>
                  <a:pt x="2757" y="72"/>
                  <a:pt x="2761" y="72"/>
                </a:cubicBezTo>
                <a:close/>
                <a:moveTo>
                  <a:pt x="2563" y="231"/>
                </a:moveTo>
                <a:cubicBezTo>
                  <a:pt x="2557" y="243"/>
                  <a:pt x="2550" y="251"/>
                  <a:pt x="2541" y="258"/>
                </a:cubicBezTo>
                <a:cubicBezTo>
                  <a:pt x="2531" y="265"/>
                  <a:pt x="2519" y="268"/>
                  <a:pt x="2506" y="268"/>
                </a:cubicBezTo>
                <a:cubicBezTo>
                  <a:pt x="2492" y="268"/>
                  <a:pt x="2479" y="264"/>
                  <a:pt x="2470" y="257"/>
                </a:cubicBezTo>
                <a:cubicBezTo>
                  <a:pt x="2460" y="250"/>
                  <a:pt x="2453" y="242"/>
                  <a:pt x="2448" y="229"/>
                </a:cubicBezTo>
                <a:cubicBezTo>
                  <a:pt x="2443" y="217"/>
                  <a:pt x="2441" y="203"/>
                  <a:pt x="2441" y="187"/>
                </a:cubicBezTo>
                <a:cubicBezTo>
                  <a:pt x="2441" y="172"/>
                  <a:pt x="2443" y="158"/>
                  <a:pt x="2448" y="145"/>
                </a:cubicBezTo>
                <a:cubicBezTo>
                  <a:pt x="2453" y="132"/>
                  <a:pt x="2460" y="123"/>
                  <a:pt x="2470" y="115"/>
                </a:cubicBezTo>
                <a:cubicBezTo>
                  <a:pt x="2479" y="108"/>
                  <a:pt x="2491" y="104"/>
                  <a:pt x="2506" y="104"/>
                </a:cubicBezTo>
                <a:cubicBezTo>
                  <a:pt x="2519" y="104"/>
                  <a:pt x="2531" y="108"/>
                  <a:pt x="2541" y="115"/>
                </a:cubicBezTo>
                <a:cubicBezTo>
                  <a:pt x="2550" y="122"/>
                  <a:pt x="2558" y="131"/>
                  <a:pt x="2563" y="144"/>
                </a:cubicBezTo>
                <a:cubicBezTo>
                  <a:pt x="2567" y="157"/>
                  <a:pt x="2569" y="171"/>
                  <a:pt x="2569" y="187"/>
                </a:cubicBezTo>
                <a:cubicBezTo>
                  <a:pt x="2569" y="204"/>
                  <a:pt x="2567" y="218"/>
                  <a:pt x="2563" y="231"/>
                </a:cubicBezTo>
                <a:close/>
                <a:moveTo>
                  <a:pt x="2570" y="112"/>
                </a:moveTo>
                <a:cubicBezTo>
                  <a:pt x="2566" y="112"/>
                  <a:pt x="2566" y="112"/>
                  <a:pt x="2566" y="112"/>
                </a:cubicBezTo>
                <a:cubicBezTo>
                  <a:pt x="2564" y="108"/>
                  <a:pt x="2561" y="103"/>
                  <a:pt x="2556" y="97"/>
                </a:cubicBezTo>
                <a:cubicBezTo>
                  <a:pt x="2551" y="90"/>
                  <a:pt x="2544" y="85"/>
                  <a:pt x="2537" y="80"/>
                </a:cubicBezTo>
                <a:cubicBezTo>
                  <a:pt x="2528" y="75"/>
                  <a:pt x="2517" y="73"/>
                  <a:pt x="2501" y="73"/>
                </a:cubicBezTo>
                <a:cubicBezTo>
                  <a:pt x="2483" y="73"/>
                  <a:pt x="2467" y="78"/>
                  <a:pt x="2453" y="87"/>
                </a:cubicBezTo>
                <a:cubicBezTo>
                  <a:pt x="2438" y="97"/>
                  <a:pt x="2427" y="110"/>
                  <a:pt x="2419" y="128"/>
                </a:cubicBezTo>
                <a:cubicBezTo>
                  <a:pt x="2410" y="144"/>
                  <a:pt x="2407" y="165"/>
                  <a:pt x="2407" y="188"/>
                </a:cubicBezTo>
                <a:cubicBezTo>
                  <a:pt x="2407" y="212"/>
                  <a:pt x="2410" y="232"/>
                  <a:pt x="2419" y="248"/>
                </a:cubicBezTo>
                <a:cubicBezTo>
                  <a:pt x="2428" y="265"/>
                  <a:pt x="2438" y="277"/>
                  <a:pt x="2453" y="286"/>
                </a:cubicBezTo>
                <a:cubicBezTo>
                  <a:pt x="2467" y="294"/>
                  <a:pt x="2483" y="299"/>
                  <a:pt x="2501" y="299"/>
                </a:cubicBezTo>
                <a:cubicBezTo>
                  <a:pt x="2516" y="299"/>
                  <a:pt x="2527" y="297"/>
                  <a:pt x="2536" y="292"/>
                </a:cubicBezTo>
                <a:cubicBezTo>
                  <a:pt x="2544" y="287"/>
                  <a:pt x="2551" y="282"/>
                  <a:pt x="2556" y="275"/>
                </a:cubicBezTo>
                <a:cubicBezTo>
                  <a:pt x="2560" y="270"/>
                  <a:pt x="2564" y="265"/>
                  <a:pt x="2566" y="261"/>
                </a:cubicBezTo>
                <a:cubicBezTo>
                  <a:pt x="2569" y="261"/>
                  <a:pt x="2569" y="261"/>
                  <a:pt x="2569" y="261"/>
                </a:cubicBezTo>
                <a:cubicBezTo>
                  <a:pt x="2569" y="307"/>
                  <a:pt x="2569" y="307"/>
                  <a:pt x="2569" y="307"/>
                </a:cubicBezTo>
                <a:cubicBezTo>
                  <a:pt x="2569" y="325"/>
                  <a:pt x="2564" y="339"/>
                  <a:pt x="2551" y="348"/>
                </a:cubicBezTo>
                <a:cubicBezTo>
                  <a:pt x="2540" y="357"/>
                  <a:pt x="2525" y="361"/>
                  <a:pt x="2507" y="361"/>
                </a:cubicBezTo>
                <a:cubicBezTo>
                  <a:pt x="2494" y="361"/>
                  <a:pt x="2482" y="359"/>
                  <a:pt x="2475" y="356"/>
                </a:cubicBezTo>
                <a:cubicBezTo>
                  <a:pt x="2466" y="352"/>
                  <a:pt x="2459" y="346"/>
                  <a:pt x="2454" y="342"/>
                </a:cubicBezTo>
                <a:cubicBezTo>
                  <a:pt x="2450" y="336"/>
                  <a:pt x="2446" y="331"/>
                  <a:pt x="2443" y="327"/>
                </a:cubicBezTo>
                <a:cubicBezTo>
                  <a:pt x="2416" y="346"/>
                  <a:pt x="2416" y="346"/>
                  <a:pt x="2416" y="346"/>
                </a:cubicBezTo>
                <a:cubicBezTo>
                  <a:pt x="2421" y="355"/>
                  <a:pt x="2427" y="362"/>
                  <a:pt x="2434" y="369"/>
                </a:cubicBezTo>
                <a:cubicBezTo>
                  <a:pt x="2443" y="376"/>
                  <a:pt x="2453" y="382"/>
                  <a:pt x="2464" y="386"/>
                </a:cubicBezTo>
                <a:cubicBezTo>
                  <a:pt x="2476" y="390"/>
                  <a:pt x="2491" y="392"/>
                  <a:pt x="2507" y="392"/>
                </a:cubicBezTo>
                <a:cubicBezTo>
                  <a:pt x="2524" y="392"/>
                  <a:pt x="2541" y="389"/>
                  <a:pt x="2556" y="384"/>
                </a:cubicBezTo>
                <a:cubicBezTo>
                  <a:pt x="2570" y="378"/>
                  <a:pt x="2582" y="369"/>
                  <a:pt x="2590" y="356"/>
                </a:cubicBezTo>
                <a:cubicBezTo>
                  <a:pt x="2599" y="345"/>
                  <a:pt x="2603" y="328"/>
                  <a:pt x="2603" y="309"/>
                </a:cubicBezTo>
                <a:cubicBezTo>
                  <a:pt x="2603" y="76"/>
                  <a:pt x="2603" y="76"/>
                  <a:pt x="2603" y="76"/>
                </a:cubicBezTo>
                <a:cubicBezTo>
                  <a:pt x="2570" y="76"/>
                  <a:pt x="2570" y="76"/>
                  <a:pt x="2570" y="76"/>
                </a:cubicBezTo>
                <a:lnTo>
                  <a:pt x="2570" y="112"/>
                </a:lnTo>
                <a:close/>
                <a:moveTo>
                  <a:pt x="2225" y="233"/>
                </a:moveTo>
                <a:cubicBezTo>
                  <a:pt x="2220" y="245"/>
                  <a:pt x="2212" y="256"/>
                  <a:pt x="2203" y="264"/>
                </a:cubicBezTo>
                <a:cubicBezTo>
                  <a:pt x="2193" y="272"/>
                  <a:pt x="2180" y="275"/>
                  <a:pt x="2165" y="275"/>
                </a:cubicBezTo>
                <a:cubicBezTo>
                  <a:pt x="2150" y="275"/>
                  <a:pt x="2137" y="272"/>
                  <a:pt x="2127" y="264"/>
                </a:cubicBezTo>
                <a:cubicBezTo>
                  <a:pt x="2118" y="256"/>
                  <a:pt x="2110" y="245"/>
                  <a:pt x="2105" y="233"/>
                </a:cubicBezTo>
                <a:cubicBezTo>
                  <a:pt x="2100" y="219"/>
                  <a:pt x="2098" y="205"/>
                  <a:pt x="2098" y="190"/>
                </a:cubicBezTo>
                <a:cubicBezTo>
                  <a:pt x="2098" y="175"/>
                  <a:pt x="2100" y="160"/>
                  <a:pt x="2105" y="148"/>
                </a:cubicBezTo>
                <a:cubicBezTo>
                  <a:pt x="2110" y="134"/>
                  <a:pt x="2118" y="125"/>
                  <a:pt x="2127" y="116"/>
                </a:cubicBezTo>
                <a:cubicBezTo>
                  <a:pt x="2137" y="108"/>
                  <a:pt x="2150" y="104"/>
                  <a:pt x="2165" y="104"/>
                </a:cubicBezTo>
                <a:cubicBezTo>
                  <a:pt x="2180" y="104"/>
                  <a:pt x="2193" y="108"/>
                  <a:pt x="2203" y="116"/>
                </a:cubicBezTo>
                <a:cubicBezTo>
                  <a:pt x="2212" y="125"/>
                  <a:pt x="2220" y="134"/>
                  <a:pt x="2225" y="148"/>
                </a:cubicBezTo>
                <a:cubicBezTo>
                  <a:pt x="2230" y="160"/>
                  <a:pt x="2231" y="175"/>
                  <a:pt x="2231" y="190"/>
                </a:cubicBezTo>
                <a:cubicBezTo>
                  <a:pt x="2231" y="205"/>
                  <a:pt x="2230" y="219"/>
                  <a:pt x="2225" y="233"/>
                </a:cubicBezTo>
                <a:close/>
                <a:moveTo>
                  <a:pt x="2218" y="88"/>
                </a:moveTo>
                <a:cubicBezTo>
                  <a:pt x="2203" y="78"/>
                  <a:pt x="2186" y="73"/>
                  <a:pt x="2165" y="73"/>
                </a:cubicBezTo>
                <a:cubicBezTo>
                  <a:pt x="2145" y="73"/>
                  <a:pt x="2127" y="78"/>
                  <a:pt x="2112" y="88"/>
                </a:cubicBezTo>
                <a:cubicBezTo>
                  <a:pt x="2097" y="98"/>
                  <a:pt x="2085" y="111"/>
                  <a:pt x="2076" y="129"/>
                </a:cubicBezTo>
                <a:cubicBezTo>
                  <a:pt x="2068" y="146"/>
                  <a:pt x="2064" y="167"/>
                  <a:pt x="2064" y="190"/>
                </a:cubicBezTo>
                <a:cubicBezTo>
                  <a:pt x="2064" y="213"/>
                  <a:pt x="2068" y="234"/>
                  <a:pt x="2076" y="251"/>
                </a:cubicBezTo>
                <a:cubicBezTo>
                  <a:pt x="2085" y="269"/>
                  <a:pt x="2097" y="283"/>
                  <a:pt x="2112" y="292"/>
                </a:cubicBezTo>
                <a:cubicBezTo>
                  <a:pt x="2127" y="302"/>
                  <a:pt x="2145" y="307"/>
                  <a:pt x="2165" y="307"/>
                </a:cubicBezTo>
                <a:cubicBezTo>
                  <a:pt x="2186" y="307"/>
                  <a:pt x="2203" y="302"/>
                  <a:pt x="2218" y="292"/>
                </a:cubicBezTo>
                <a:cubicBezTo>
                  <a:pt x="2233" y="283"/>
                  <a:pt x="2245" y="269"/>
                  <a:pt x="2253" y="251"/>
                </a:cubicBezTo>
                <a:cubicBezTo>
                  <a:pt x="2262" y="234"/>
                  <a:pt x="2266" y="213"/>
                  <a:pt x="2266" y="190"/>
                </a:cubicBezTo>
                <a:cubicBezTo>
                  <a:pt x="2266" y="167"/>
                  <a:pt x="2262" y="146"/>
                  <a:pt x="2253" y="129"/>
                </a:cubicBezTo>
                <a:cubicBezTo>
                  <a:pt x="2245" y="111"/>
                  <a:pt x="2233" y="98"/>
                  <a:pt x="2218" y="88"/>
                </a:cubicBezTo>
                <a:close/>
                <a:moveTo>
                  <a:pt x="2030" y="270"/>
                </a:moveTo>
                <a:cubicBezTo>
                  <a:pt x="2037" y="301"/>
                  <a:pt x="2037" y="301"/>
                  <a:pt x="2037" y="301"/>
                </a:cubicBezTo>
                <a:cubicBezTo>
                  <a:pt x="2035" y="302"/>
                  <a:pt x="2031" y="303"/>
                  <a:pt x="2028" y="304"/>
                </a:cubicBezTo>
                <a:cubicBezTo>
                  <a:pt x="2023" y="305"/>
                  <a:pt x="2018" y="306"/>
                  <a:pt x="2011" y="306"/>
                </a:cubicBezTo>
                <a:cubicBezTo>
                  <a:pt x="2002" y="306"/>
                  <a:pt x="1992" y="303"/>
                  <a:pt x="1984" y="299"/>
                </a:cubicBezTo>
                <a:cubicBezTo>
                  <a:pt x="1974" y="295"/>
                  <a:pt x="1966" y="288"/>
                  <a:pt x="1961" y="279"/>
                </a:cubicBezTo>
                <a:cubicBezTo>
                  <a:pt x="1954" y="271"/>
                  <a:pt x="1951" y="260"/>
                  <a:pt x="1951" y="247"/>
                </a:cubicBezTo>
                <a:cubicBezTo>
                  <a:pt x="1951" y="105"/>
                  <a:pt x="1951" y="105"/>
                  <a:pt x="1951" y="105"/>
                </a:cubicBezTo>
                <a:cubicBezTo>
                  <a:pt x="1918" y="105"/>
                  <a:pt x="1918" y="105"/>
                  <a:pt x="1918" y="105"/>
                </a:cubicBezTo>
                <a:cubicBezTo>
                  <a:pt x="1918" y="76"/>
                  <a:pt x="1918" y="76"/>
                  <a:pt x="1918" y="76"/>
                </a:cubicBezTo>
                <a:cubicBezTo>
                  <a:pt x="1951" y="76"/>
                  <a:pt x="1951" y="76"/>
                  <a:pt x="1951" y="76"/>
                </a:cubicBezTo>
                <a:cubicBezTo>
                  <a:pt x="1951" y="22"/>
                  <a:pt x="1951" y="22"/>
                  <a:pt x="1951" y="22"/>
                </a:cubicBezTo>
                <a:cubicBezTo>
                  <a:pt x="1986" y="22"/>
                  <a:pt x="1986" y="22"/>
                  <a:pt x="1986" y="22"/>
                </a:cubicBezTo>
                <a:cubicBezTo>
                  <a:pt x="1986" y="76"/>
                  <a:pt x="1986" y="76"/>
                  <a:pt x="1986" y="76"/>
                </a:cubicBezTo>
                <a:cubicBezTo>
                  <a:pt x="2033" y="76"/>
                  <a:pt x="2033" y="76"/>
                  <a:pt x="2033" y="76"/>
                </a:cubicBezTo>
                <a:cubicBezTo>
                  <a:pt x="2033" y="105"/>
                  <a:pt x="2033" y="105"/>
                  <a:pt x="2033" y="105"/>
                </a:cubicBezTo>
                <a:cubicBezTo>
                  <a:pt x="1986" y="105"/>
                  <a:pt x="1986" y="105"/>
                  <a:pt x="1986" y="105"/>
                </a:cubicBezTo>
                <a:cubicBezTo>
                  <a:pt x="1986" y="238"/>
                  <a:pt x="1986" y="238"/>
                  <a:pt x="1986" y="238"/>
                </a:cubicBezTo>
                <a:cubicBezTo>
                  <a:pt x="1986" y="247"/>
                  <a:pt x="1986" y="255"/>
                  <a:pt x="1989" y="260"/>
                </a:cubicBezTo>
                <a:cubicBezTo>
                  <a:pt x="1992" y="265"/>
                  <a:pt x="1996" y="268"/>
                  <a:pt x="2001" y="270"/>
                </a:cubicBezTo>
                <a:cubicBezTo>
                  <a:pt x="2006" y="271"/>
                  <a:pt x="2010" y="272"/>
                  <a:pt x="2015" y="272"/>
                </a:cubicBezTo>
                <a:cubicBezTo>
                  <a:pt x="2019" y="272"/>
                  <a:pt x="2022" y="272"/>
                  <a:pt x="2025" y="271"/>
                </a:cubicBezTo>
                <a:lnTo>
                  <a:pt x="2030" y="270"/>
                </a:lnTo>
                <a:close/>
                <a:moveTo>
                  <a:pt x="1771" y="201"/>
                </a:moveTo>
                <a:cubicBezTo>
                  <a:pt x="1781" y="211"/>
                  <a:pt x="1785" y="223"/>
                  <a:pt x="1785" y="240"/>
                </a:cubicBezTo>
                <a:cubicBezTo>
                  <a:pt x="1785" y="252"/>
                  <a:pt x="1782" y="264"/>
                  <a:pt x="1775" y="274"/>
                </a:cubicBezTo>
                <a:cubicBezTo>
                  <a:pt x="1767" y="284"/>
                  <a:pt x="1757" y="292"/>
                  <a:pt x="1744" y="298"/>
                </a:cubicBezTo>
                <a:cubicBezTo>
                  <a:pt x="1731" y="304"/>
                  <a:pt x="1716" y="307"/>
                  <a:pt x="1698" y="307"/>
                </a:cubicBezTo>
                <a:cubicBezTo>
                  <a:pt x="1676" y="307"/>
                  <a:pt x="1657" y="302"/>
                  <a:pt x="1642" y="292"/>
                </a:cubicBezTo>
                <a:cubicBezTo>
                  <a:pt x="1628" y="283"/>
                  <a:pt x="1618" y="268"/>
                  <a:pt x="1614" y="248"/>
                </a:cubicBezTo>
                <a:cubicBezTo>
                  <a:pt x="1647" y="240"/>
                  <a:pt x="1647" y="240"/>
                  <a:pt x="1647" y="240"/>
                </a:cubicBezTo>
                <a:cubicBezTo>
                  <a:pt x="1650" y="252"/>
                  <a:pt x="1655" y="261"/>
                  <a:pt x="1664" y="268"/>
                </a:cubicBezTo>
                <a:cubicBezTo>
                  <a:pt x="1673" y="274"/>
                  <a:pt x="1684" y="276"/>
                  <a:pt x="1698" y="276"/>
                </a:cubicBezTo>
                <a:cubicBezTo>
                  <a:pt x="1714" y="276"/>
                  <a:pt x="1727" y="273"/>
                  <a:pt x="1736" y="266"/>
                </a:cubicBezTo>
                <a:cubicBezTo>
                  <a:pt x="1745" y="259"/>
                  <a:pt x="1750" y="251"/>
                  <a:pt x="1750" y="242"/>
                </a:cubicBezTo>
                <a:cubicBezTo>
                  <a:pt x="1750" y="233"/>
                  <a:pt x="1747" y="227"/>
                  <a:pt x="1742" y="221"/>
                </a:cubicBezTo>
                <a:cubicBezTo>
                  <a:pt x="1737" y="216"/>
                  <a:pt x="1728" y="212"/>
                  <a:pt x="1718" y="210"/>
                </a:cubicBezTo>
                <a:cubicBezTo>
                  <a:pt x="1680" y="201"/>
                  <a:pt x="1680" y="201"/>
                  <a:pt x="1680" y="201"/>
                </a:cubicBezTo>
                <a:cubicBezTo>
                  <a:pt x="1660" y="196"/>
                  <a:pt x="1645" y="188"/>
                  <a:pt x="1635" y="177"/>
                </a:cubicBezTo>
                <a:cubicBezTo>
                  <a:pt x="1626" y="167"/>
                  <a:pt x="1621" y="154"/>
                  <a:pt x="1621" y="139"/>
                </a:cubicBezTo>
                <a:cubicBezTo>
                  <a:pt x="1621" y="126"/>
                  <a:pt x="1625" y="114"/>
                  <a:pt x="1631" y="104"/>
                </a:cubicBezTo>
                <a:cubicBezTo>
                  <a:pt x="1639" y="95"/>
                  <a:pt x="1649" y="87"/>
                  <a:pt x="1661" y="81"/>
                </a:cubicBezTo>
                <a:cubicBezTo>
                  <a:pt x="1674" y="76"/>
                  <a:pt x="1687" y="73"/>
                  <a:pt x="1702" y="73"/>
                </a:cubicBezTo>
                <a:cubicBezTo>
                  <a:pt x="1725" y="73"/>
                  <a:pt x="1742" y="78"/>
                  <a:pt x="1755" y="88"/>
                </a:cubicBezTo>
                <a:cubicBezTo>
                  <a:pt x="1767" y="98"/>
                  <a:pt x="1776" y="110"/>
                  <a:pt x="1782" y="127"/>
                </a:cubicBezTo>
                <a:cubicBezTo>
                  <a:pt x="1751" y="135"/>
                  <a:pt x="1751" y="135"/>
                  <a:pt x="1751" y="135"/>
                </a:cubicBezTo>
                <a:cubicBezTo>
                  <a:pt x="1749" y="130"/>
                  <a:pt x="1746" y="125"/>
                  <a:pt x="1742" y="120"/>
                </a:cubicBezTo>
                <a:cubicBezTo>
                  <a:pt x="1739" y="115"/>
                  <a:pt x="1734" y="111"/>
                  <a:pt x="1727" y="108"/>
                </a:cubicBezTo>
                <a:cubicBezTo>
                  <a:pt x="1720" y="104"/>
                  <a:pt x="1713" y="103"/>
                  <a:pt x="1702" y="103"/>
                </a:cubicBezTo>
                <a:cubicBezTo>
                  <a:pt x="1689" y="103"/>
                  <a:pt x="1677" y="106"/>
                  <a:pt x="1669" y="112"/>
                </a:cubicBezTo>
                <a:cubicBezTo>
                  <a:pt x="1659" y="119"/>
                  <a:pt x="1655" y="127"/>
                  <a:pt x="1655" y="136"/>
                </a:cubicBezTo>
                <a:cubicBezTo>
                  <a:pt x="1655" y="145"/>
                  <a:pt x="1658" y="152"/>
                  <a:pt x="1664" y="157"/>
                </a:cubicBezTo>
                <a:cubicBezTo>
                  <a:pt x="1671" y="162"/>
                  <a:pt x="1680" y="167"/>
                  <a:pt x="1694" y="170"/>
                </a:cubicBezTo>
                <a:cubicBezTo>
                  <a:pt x="1726" y="178"/>
                  <a:pt x="1726" y="178"/>
                  <a:pt x="1726" y="178"/>
                </a:cubicBezTo>
                <a:cubicBezTo>
                  <a:pt x="1746" y="183"/>
                  <a:pt x="1762" y="190"/>
                  <a:pt x="1771" y="201"/>
                </a:cubicBezTo>
                <a:close/>
                <a:moveTo>
                  <a:pt x="1581" y="270"/>
                </a:moveTo>
                <a:cubicBezTo>
                  <a:pt x="1588" y="301"/>
                  <a:pt x="1588" y="301"/>
                  <a:pt x="1588" y="301"/>
                </a:cubicBezTo>
                <a:cubicBezTo>
                  <a:pt x="1586" y="302"/>
                  <a:pt x="1583" y="303"/>
                  <a:pt x="1579" y="304"/>
                </a:cubicBezTo>
                <a:cubicBezTo>
                  <a:pt x="1574" y="305"/>
                  <a:pt x="1569" y="306"/>
                  <a:pt x="1563" y="306"/>
                </a:cubicBezTo>
                <a:cubicBezTo>
                  <a:pt x="1553" y="306"/>
                  <a:pt x="1543" y="303"/>
                  <a:pt x="1534" y="299"/>
                </a:cubicBezTo>
                <a:cubicBezTo>
                  <a:pt x="1525" y="295"/>
                  <a:pt x="1518" y="288"/>
                  <a:pt x="1511" y="279"/>
                </a:cubicBezTo>
                <a:cubicBezTo>
                  <a:pt x="1505" y="271"/>
                  <a:pt x="1502" y="260"/>
                  <a:pt x="1502" y="247"/>
                </a:cubicBezTo>
                <a:cubicBezTo>
                  <a:pt x="1502" y="105"/>
                  <a:pt x="1502" y="105"/>
                  <a:pt x="1502" y="105"/>
                </a:cubicBezTo>
                <a:cubicBezTo>
                  <a:pt x="1469" y="105"/>
                  <a:pt x="1469" y="105"/>
                  <a:pt x="1469" y="105"/>
                </a:cubicBezTo>
                <a:cubicBezTo>
                  <a:pt x="1469" y="76"/>
                  <a:pt x="1469" y="76"/>
                  <a:pt x="1469" y="76"/>
                </a:cubicBezTo>
                <a:cubicBezTo>
                  <a:pt x="1502" y="76"/>
                  <a:pt x="1502" y="76"/>
                  <a:pt x="1502" y="76"/>
                </a:cubicBezTo>
                <a:cubicBezTo>
                  <a:pt x="1502" y="22"/>
                  <a:pt x="1502" y="22"/>
                  <a:pt x="1502" y="22"/>
                </a:cubicBezTo>
                <a:cubicBezTo>
                  <a:pt x="1537" y="22"/>
                  <a:pt x="1537" y="22"/>
                  <a:pt x="1537" y="22"/>
                </a:cubicBezTo>
                <a:cubicBezTo>
                  <a:pt x="1537" y="76"/>
                  <a:pt x="1537" y="76"/>
                  <a:pt x="1537" y="76"/>
                </a:cubicBezTo>
                <a:cubicBezTo>
                  <a:pt x="1584" y="76"/>
                  <a:pt x="1584" y="76"/>
                  <a:pt x="1584" y="76"/>
                </a:cubicBezTo>
                <a:cubicBezTo>
                  <a:pt x="1584" y="105"/>
                  <a:pt x="1584" y="105"/>
                  <a:pt x="1584" y="105"/>
                </a:cubicBezTo>
                <a:cubicBezTo>
                  <a:pt x="1537" y="105"/>
                  <a:pt x="1537" y="105"/>
                  <a:pt x="1537" y="105"/>
                </a:cubicBezTo>
                <a:cubicBezTo>
                  <a:pt x="1537" y="238"/>
                  <a:pt x="1537" y="238"/>
                  <a:pt x="1537" y="238"/>
                </a:cubicBezTo>
                <a:cubicBezTo>
                  <a:pt x="1537" y="247"/>
                  <a:pt x="1538" y="255"/>
                  <a:pt x="1541" y="260"/>
                </a:cubicBezTo>
                <a:cubicBezTo>
                  <a:pt x="1543" y="265"/>
                  <a:pt x="1547" y="268"/>
                  <a:pt x="1552" y="270"/>
                </a:cubicBezTo>
                <a:cubicBezTo>
                  <a:pt x="1556" y="271"/>
                  <a:pt x="1561" y="272"/>
                  <a:pt x="1566" y="272"/>
                </a:cubicBezTo>
                <a:cubicBezTo>
                  <a:pt x="1570" y="272"/>
                  <a:pt x="1573" y="272"/>
                  <a:pt x="1575" y="271"/>
                </a:cubicBezTo>
                <a:lnTo>
                  <a:pt x="1581" y="270"/>
                </a:lnTo>
                <a:close/>
                <a:moveTo>
                  <a:pt x="1424" y="110"/>
                </a:moveTo>
                <a:cubicBezTo>
                  <a:pt x="1430" y="123"/>
                  <a:pt x="1432" y="140"/>
                  <a:pt x="1432" y="159"/>
                </a:cubicBezTo>
                <a:cubicBezTo>
                  <a:pt x="1432" y="303"/>
                  <a:pt x="1432" y="303"/>
                  <a:pt x="1432" y="303"/>
                </a:cubicBezTo>
                <a:cubicBezTo>
                  <a:pt x="1399" y="303"/>
                  <a:pt x="1399" y="303"/>
                  <a:pt x="1399" y="303"/>
                </a:cubicBezTo>
                <a:cubicBezTo>
                  <a:pt x="1399" y="160"/>
                  <a:pt x="1399" y="160"/>
                  <a:pt x="1399" y="160"/>
                </a:cubicBezTo>
                <a:cubicBezTo>
                  <a:pt x="1399" y="143"/>
                  <a:pt x="1394" y="129"/>
                  <a:pt x="1385" y="119"/>
                </a:cubicBezTo>
                <a:cubicBezTo>
                  <a:pt x="1376" y="109"/>
                  <a:pt x="1364" y="104"/>
                  <a:pt x="1347" y="104"/>
                </a:cubicBezTo>
                <a:cubicBezTo>
                  <a:pt x="1337" y="104"/>
                  <a:pt x="1327" y="106"/>
                  <a:pt x="1319" y="111"/>
                </a:cubicBezTo>
                <a:cubicBezTo>
                  <a:pt x="1310" y="116"/>
                  <a:pt x="1303" y="123"/>
                  <a:pt x="1298" y="132"/>
                </a:cubicBezTo>
                <a:cubicBezTo>
                  <a:pt x="1293" y="142"/>
                  <a:pt x="1291" y="153"/>
                  <a:pt x="1291" y="167"/>
                </a:cubicBezTo>
                <a:cubicBezTo>
                  <a:pt x="1291" y="303"/>
                  <a:pt x="1291" y="303"/>
                  <a:pt x="1291" y="303"/>
                </a:cubicBezTo>
                <a:cubicBezTo>
                  <a:pt x="1256" y="303"/>
                  <a:pt x="1256" y="303"/>
                  <a:pt x="1256" y="303"/>
                </a:cubicBezTo>
                <a:cubicBezTo>
                  <a:pt x="1256" y="76"/>
                  <a:pt x="1256" y="76"/>
                  <a:pt x="1256" y="76"/>
                </a:cubicBezTo>
                <a:cubicBezTo>
                  <a:pt x="1290" y="76"/>
                  <a:pt x="1290" y="76"/>
                  <a:pt x="1290" y="76"/>
                </a:cubicBezTo>
                <a:cubicBezTo>
                  <a:pt x="1290" y="111"/>
                  <a:pt x="1290" y="111"/>
                  <a:pt x="1290" y="111"/>
                </a:cubicBezTo>
                <a:cubicBezTo>
                  <a:pt x="1293" y="111"/>
                  <a:pt x="1293" y="111"/>
                  <a:pt x="1293" y="111"/>
                </a:cubicBezTo>
                <a:cubicBezTo>
                  <a:pt x="1297" y="99"/>
                  <a:pt x="1305" y="90"/>
                  <a:pt x="1317" y="84"/>
                </a:cubicBezTo>
                <a:cubicBezTo>
                  <a:pt x="1327" y="76"/>
                  <a:pt x="1341" y="73"/>
                  <a:pt x="1358" y="73"/>
                </a:cubicBezTo>
                <a:cubicBezTo>
                  <a:pt x="1372" y="73"/>
                  <a:pt x="1386" y="76"/>
                  <a:pt x="1397" y="82"/>
                </a:cubicBezTo>
                <a:cubicBezTo>
                  <a:pt x="1408" y="88"/>
                  <a:pt x="1417" y="98"/>
                  <a:pt x="1424" y="110"/>
                </a:cubicBezTo>
                <a:close/>
                <a:moveTo>
                  <a:pt x="1052" y="170"/>
                </a:moveTo>
                <a:cubicBezTo>
                  <a:pt x="1052" y="160"/>
                  <a:pt x="1054" y="150"/>
                  <a:pt x="1058" y="141"/>
                </a:cubicBezTo>
                <a:cubicBezTo>
                  <a:pt x="1064" y="130"/>
                  <a:pt x="1072" y="121"/>
                  <a:pt x="1081" y="114"/>
                </a:cubicBezTo>
                <a:cubicBezTo>
                  <a:pt x="1092" y="107"/>
                  <a:pt x="1103" y="104"/>
                  <a:pt x="1117" y="104"/>
                </a:cubicBezTo>
                <a:cubicBezTo>
                  <a:pt x="1129" y="104"/>
                  <a:pt x="1140" y="107"/>
                  <a:pt x="1149" y="113"/>
                </a:cubicBezTo>
                <a:cubicBezTo>
                  <a:pt x="1158" y="119"/>
                  <a:pt x="1165" y="127"/>
                  <a:pt x="1170" y="136"/>
                </a:cubicBezTo>
                <a:cubicBezTo>
                  <a:pt x="1175" y="147"/>
                  <a:pt x="1178" y="158"/>
                  <a:pt x="1178" y="170"/>
                </a:cubicBezTo>
                <a:lnTo>
                  <a:pt x="1052" y="170"/>
                </a:lnTo>
                <a:close/>
                <a:moveTo>
                  <a:pt x="1182" y="98"/>
                </a:moveTo>
                <a:cubicBezTo>
                  <a:pt x="1173" y="88"/>
                  <a:pt x="1163" y="83"/>
                  <a:pt x="1151" y="79"/>
                </a:cubicBezTo>
                <a:cubicBezTo>
                  <a:pt x="1140" y="75"/>
                  <a:pt x="1128" y="73"/>
                  <a:pt x="1117" y="73"/>
                </a:cubicBezTo>
                <a:cubicBezTo>
                  <a:pt x="1097" y="73"/>
                  <a:pt x="1079" y="78"/>
                  <a:pt x="1064" y="88"/>
                </a:cubicBezTo>
                <a:cubicBezTo>
                  <a:pt x="1049" y="98"/>
                  <a:pt x="1037" y="112"/>
                  <a:pt x="1029" y="129"/>
                </a:cubicBezTo>
                <a:cubicBezTo>
                  <a:pt x="1021" y="147"/>
                  <a:pt x="1016" y="168"/>
                  <a:pt x="1016" y="191"/>
                </a:cubicBezTo>
                <a:cubicBezTo>
                  <a:pt x="1016" y="214"/>
                  <a:pt x="1021" y="235"/>
                  <a:pt x="1029" y="252"/>
                </a:cubicBezTo>
                <a:cubicBezTo>
                  <a:pt x="1037" y="270"/>
                  <a:pt x="1050" y="284"/>
                  <a:pt x="1065" y="292"/>
                </a:cubicBezTo>
                <a:cubicBezTo>
                  <a:pt x="1080" y="302"/>
                  <a:pt x="1098" y="307"/>
                  <a:pt x="1120" y="307"/>
                </a:cubicBezTo>
                <a:cubicBezTo>
                  <a:pt x="1135" y="307"/>
                  <a:pt x="1149" y="305"/>
                  <a:pt x="1161" y="300"/>
                </a:cubicBezTo>
                <a:cubicBezTo>
                  <a:pt x="1173" y="295"/>
                  <a:pt x="1184" y="288"/>
                  <a:pt x="1191" y="279"/>
                </a:cubicBezTo>
                <a:cubicBezTo>
                  <a:pt x="1200" y="272"/>
                  <a:pt x="1206" y="261"/>
                  <a:pt x="1208" y="250"/>
                </a:cubicBezTo>
                <a:cubicBezTo>
                  <a:pt x="1176" y="241"/>
                  <a:pt x="1176" y="241"/>
                  <a:pt x="1176" y="241"/>
                </a:cubicBezTo>
                <a:cubicBezTo>
                  <a:pt x="1173" y="248"/>
                  <a:pt x="1169" y="255"/>
                  <a:pt x="1163" y="260"/>
                </a:cubicBezTo>
                <a:cubicBezTo>
                  <a:pt x="1158" y="266"/>
                  <a:pt x="1152" y="270"/>
                  <a:pt x="1144" y="272"/>
                </a:cubicBezTo>
                <a:cubicBezTo>
                  <a:pt x="1138" y="274"/>
                  <a:pt x="1129" y="275"/>
                  <a:pt x="1120" y="275"/>
                </a:cubicBezTo>
                <a:cubicBezTo>
                  <a:pt x="1106" y="275"/>
                  <a:pt x="1095" y="273"/>
                  <a:pt x="1084" y="267"/>
                </a:cubicBezTo>
                <a:cubicBezTo>
                  <a:pt x="1074" y="260"/>
                  <a:pt x="1065" y="251"/>
                  <a:pt x="1059" y="240"/>
                </a:cubicBezTo>
                <a:cubicBezTo>
                  <a:pt x="1054" y="229"/>
                  <a:pt x="1052" y="216"/>
                  <a:pt x="1051" y="201"/>
                </a:cubicBezTo>
                <a:cubicBezTo>
                  <a:pt x="1212" y="201"/>
                  <a:pt x="1212" y="201"/>
                  <a:pt x="1212" y="201"/>
                </a:cubicBezTo>
                <a:cubicBezTo>
                  <a:pt x="1212" y="186"/>
                  <a:pt x="1212" y="186"/>
                  <a:pt x="1212" y="186"/>
                </a:cubicBezTo>
                <a:cubicBezTo>
                  <a:pt x="1212" y="165"/>
                  <a:pt x="1209" y="147"/>
                  <a:pt x="1204" y="132"/>
                </a:cubicBezTo>
                <a:cubicBezTo>
                  <a:pt x="1199" y="118"/>
                  <a:pt x="1191" y="107"/>
                  <a:pt x="1182" y="98"/>
                </a:cubicBezTo>
                <a:close/>
                <a:moveTo>
                  <a:pt x="953" y="92"/>
                </a:moveTo>
                <a:cubicBezTo>
                  <a:pt x="966" y="104"/>
                  <a:pt x="972" y="124"/>
                  <a:pt x="972" y="151"/>
                </a:cubicBezTo>
                <a:cubicBezTo>
                  <a:pt x="972" y="303"/>
                  <a:pt x="972" y="303"/>
                  <a:pt x="972" y="303"/>
                </a:cubicBezTo>
                <a:cubicBezTo>
                  <a:pt x="938" y="303"/>
                  <a:pt x="938" y="303"/>
                  <a:pt x="938" y="303"/>
                </a:cubicBezTo>
                <a:cubicBezTo>
                  <a:pt x="938" y="151"/>
                  <a:pt x="938" y="151"/>
                  <a:pt x="938" y="151"/>
                </a:cubicBezTo>
                <a:cubicBezTo>
                  <a:pt x="938" y="134"/>
                  <a:pt x="934" y="122"/>
                  <a:pt x="924" y="115"/>
                </a:cubicBezTo>
                <a:cubicBezTo>
                  <a:pt x="916" y="108"/>
                  <a:pt x="905" y="104"/>
                  <a:pt x="893" y="104"/>
                </a:cubicBezTo>
                <a:cubicBezTo>
                  <a:pt x="877" y="104"/>
                  <a:pt x="865" y="109"/>
                  <a:pt x="856" y="119"/>
                </a:cubicBezTo>
                <a:cubicBezTo>
                  <a:pt x="848" y="129"/>
                  <a:pt x="844" y="140"/>
                  <a:pt x="844" y="155"/>
                </a:cubicBezTo>
                <a:cubicBezTo>
                  <a:pt x="844" y="303"/>
                  <a:pt x="844" y="303"/>
                  <a:pt x="844" y="303"/>
                </a:cubicBezTo>
                <a:cubicBezTo>
                  <a:pt x="808" y="303"/>
                  <a:pt x="808" y="303"/>
                  <a:pt x="808" y="303"/>
                </a:cubicBezTo>
                <a:cubicBezTo>
                  <a:pt x="808" y="147"/>
                  <a:pt x="808" y="147"/>
                  <a:pt x="808" y="147"/>
                </a:cubicBezTo>
                <a:cubicBezTo>
                  <a:pt x="808" y="134"/>
                  <a:pt x="805" y="124"/>
                  <a:pt x="796" y="116"/>
                </a:cubicBezTo>
                <a:cubicBezTo>
                  <a:pt x="788" y="108"/>
                  <a:pt x="778" y="104"/>
                  <a:pt x="764" y="104"/>
                </a:cubicBezTo>
                <a:cubicBezTo>
                  <a:pt x="756" y="104"/>
                  <a:pt x="747" y="106"/>
                  <a:pt x="740" y="111"/>
                </a:cubicBezTo>
                <a:cubicBezTo>
                  <a:pt x="732" y="116"/>
                  <a:pt x="726" y="123"/>
                  <a:pt x="721" y="131"/>
                </a:cubicBezTo>
                <a:cubicBezTo>
                  <a:pt x="717" y="140"/>
                  <a:pt x="714" y="150"/>
                  <a:pt x="714" y="160"/>
                </a:cubicBezTo>
                <a:cubicBezTo>
                  <a:pt x="714" y="303"/>
                  <a:pt x="714" y="303"/>
                  <a:pt x="714" y="303"/>
                </a:cubicBezTo>
                <a:cubicBezTo>
                  <a:pt x="680" y="303"/>
                  <a:pt x="680" y="303"/>
                  <a:pt x="680" y="303"/>
                </a:cubicBezTo>
                <a:cubicBezTo>
                  <a:pt x="680" y="76"/>
                  <a:pt x="680" y="76"/>
                  <a:pt x="680" y="76"/>
                </a:cubicBezTo>
                <a:cubicBezTo>
                  <a:pt x="713" y="76"/>
                  <a:pt x="713" y="76"/>
                  <a:pt x="713" y="76"/>
                </a:cubicBezTo>
                <a:cubicBezTo>
                  <a:pt x="713" y="111"/>
                  <a:pt x="713" y="111"/>
                  <a:pt x="713" y="111"/>
                </a:cubicBezTo>
                <a:cubicBezTo>
                  <a:pt x="716" y="111"/>
                  <a:pt x="716" y="111"/>
                  <a:pt x="716" y="111"/>
                </a:cubicBezTo>
                <a:cubicBezTo>
                  <a:pt x="720" y="99"/>
                  <a:pt x="728" y="89"/>
                  <a:pt x="739" y="83"/>
                </a:cubicBezTo>
                <a:cubicBezTo>
                  <a:pt x="749" y="76"/>
                  <a:pt x="762" y="73"/>
                  <a:pt x="776" y="73"/>
                </a:cubicBezTo>
                <a:cubicBezTo>
                  <a:pt x="790" y="73"/>
                  <a:pt x="803" y="76"/>
                  <a:pt x="812" y="83"/>
                </a:cubicBezTo>
                <a:cubicBezTo>
                  <a:pt x="822" y="89"/>
                  <a:pt x="830" y="99"/>
                  <a:pt x="835" y="111"/>
                </a:cubicBezTo>
                <a:cubicBezTo>
                  <a:pt x="838" y="111"/>
                  <a:pt x="838" y="111"/>
                  <a:pt x="838" y="111"/>
                </a:cubicBezTo>
                <a:cubicBezTo>
                  <a:pt x="844" y="99"/>
                  <a:pt x="852" y="90"/>
                  <a:pt x="863" y="83"/>
                </a:cubicBezTo>
                <a:cubicBezTo>
                  <a:pt x="875" y="76"/>
                  <a:pt x="889" y="73"/>
                  <a:pt x="904" y="73"/>
                </a:cubicBezTo>
                <a:cubicBezTo>
                  <a:pt x="924" y="73"/>
                  <a:pt x="941" y="79"/>
                  <a:pt x="953" y="92"/>
                </a:cubicBezTo>
                <a:close/>
                <a:moveTo>
                  <a:pt x="606" y="76"/>
                </a:moveTo>
                <a:cubicBezTo>
                  <a:pt x="643" y="76"/>
                  <a:pt x="643" y="76"/>
                  <a:pt x="643" y="76"/>
                </a:cubicBezTo>
                <a:cubicBezTo>
                  <a:pt x="548" y="336"/>
                  <a:pt x="548" y="336"/>
                  <a:pt x="548" y="336"/>
                </a:cubicBezTo>
                <a:cubicBezTo>
                  <a:pt x="544" y="347"/>
                  <a:pt x="539" y="356"/>
                  <a:pt x="533" y="364"/>
                </a:cubicBezTo>
                <a:cubicBezTo>
                  <a:pt x="526" y="372"/>
                  <a:pt x="519" y="378"/>
                  <a:pt x="511" y="382"/>
                </a:cubicBezTo>
                <a:cubicBezTo>
                  <a:pt x="502" y="386"/>
                  <a:pt x="493" y="387"/>
                  <a:pt x="483" y="387"/>
                </a:cubicBezTo>
                <a:cubicBezTo>
                  <a:pt x="477" y="387"/>
                  <a:pt x="472" y="387"/>
                  <a:pt x="467" y="386"/>
                </a:cubicBezTo>
                <a:cubicBezTo>
                  <a:pt x="463" y="385"/>
                  <a:pt x="459" y="385"/>
                  <a:pt x="458" y="384"/>
                </a:cubicBezTo>
                <a:cubicBezTo>
                  <a:pt x="467" y="353"/>
                  <a:pt x="467" y="353"/>
                  <a:pt x="467" y="353"/>
                </a:cubicBezTo>
                <a:cubicBezTo>
                  <a:pt x="474" y="355"/>
                  <a:pt x="482" y="356"/>
                  <a:pt x="489" y="356"/>
                </a:cubicBezTo>
                <a:cubicBezTo>
                  <a:pt x="495" y="355"/>
                  <a:pt x="500" y="352"/>
                  <a:pt x="506" y="346"/>
                </a:cubicBezTo>
                <a:cubicBezTo>
                  <a:pt x="511" y="341"/>
                  <a:pt x="516" y="333"/>
                  <a:pt x="519" y="321"/>
                </a:cubicBezTo>
                <a:cubicBezTo>
                  <a:pt x="526" y="304"/>
                  <a:pt x="526" y="304"/>
                  <a:pt x="526" y="304"/>
                </a:cubicBezTo>
                <a:cubicBezTo>
                  <a:pt x="443" y="76"/>
                  <a:pt x="443" y="76"/>
                  <a:pt x="443" y="76"/>
                </a:cubicBezTo>
                <a:cubicBezTo>
                  <a:pt x="480" y="76"/>
                  <a:pt x="480" y="76"/>
                  <a:pt x="480" y="76"/>
                </a:cubicBezTo>
                <a:cubicBezTo>
                  <a:pt x="541" y="256"/>
                  <a:pt x="541" y="256"/>
                  <a:pt x="541" y="256"/>
                </a:cubicBezTo>
                <a:cubicBezTo>
                  <a:pt x="544" y="256"/>
                  <a:pt x="544" y="256"/>
                  <a:pt x="544" y="256"/>
                </a:cubicBezTo>
                <a:lnTo>
                  <a:pt x="606" y="76"/>
                </a:lnTo>
                <a:close/>
                <a:moveTo>
                  <a:pt x="380" y="220"/>
                </a:moveTo>
                <a:cubicBezTo>
                  <a:pt x="380" y="230"/>
                  <a:pt x="378" y="239"/>
                  <a:pt x="373" y="247"/>
                </a:cubicBezTo>
                <a:cubicBezTo>
                  <a:pt x="368" y="256"/>
                  <a:pt x="361" y="263"/>
                  <a:pt x="351" y="269"/>
                </a:cubicBezTo>
                <a:cubicBezTo>
                  <a:pt x="342" y="274"/>
                  <a:pt x="331" y="276"/>
                  <a:pt x="318" y="276"/>
                </a:cubicBezTo>
                <a:cubicBezTo>
                  <a:pt x="303" y="276"/>
                  <a:pt x="293" y="274"/>
                  <a:pt x="283" y="267"/>
                </a:cubicBezTo>
                <a:cubicBezTo>
                  <a:pt x="275" y="261"/>
                  <a:pt x="271" y="252"/>
                  <a:pt x="271" y="240"/>
                </a:cubicBezTo>
                <a:cubicBezTo>
                  <a:pt x="271" y="231"/>
                  <a:pt x="273" y="224"/>
                  <a:pt x="277" y="219"/>
                </a:cubicBezTo>
                <a:cubicBezTo>
                  <a:pt x="282" y="213"/>
                  <a:pt x="288" y="210"/>
                  <a:pt x="296" y="207"/>
                </a:cubicBezTo>
                <a:cubicBezTo>
                  <a:pt x="303" y="204"/>
                  <a:pt x="312" y="202"/>
                  <a:pt x="320" y="201"/>
                </a:cubicBezTo>
                <a:cubicBezTo>
                  <a:pt x="324" y="201"/>
                  <a:pt x="329" y="201"/>
                  <a:pt x="335" y="200"/>
                </a:cubicBezTo>
                <a:cubicBezTo>
                  <a:pt x="341" y="199"/>
                  <a:pt x="347" y="198"/>
                  <a:pt x="354" y="197"/>
                </a:cubicBezTo>
                <a:cubicBezTo>
                  <a:pt x="360" y="196"/>
                  <a:pt x="365" y="195"/>
                  <a:pt x="370" y="194"/>
                </a:cubicBezTo>
                <a:cubicBezTo>
                  <a:pt x="375" y="192"/>
                  <a:pt x="379" y="190"/>
                  <a:pt x="380" y="189"/>
                </a:cubicBezTo>
                <a:lnTo>
                  <a:pt x="380" y="220"/>
                </a:lnTo>
                <a:close/>
                <a:moveTo>
                  <a:pt x="384" y="86"/>
                </a:moveTo>
                <a:cubicBezTo>
                  <a:pt x="375" y="81"/>
                  <a:pt x="365" y="77"/>
                  <a:pt x="357" y="75"/>
                </a:cubicBezTo>
                <a:cubicBezTo>
                  <a:pt x="347" y="74"/>
                  <a:pt x="339" y="73"/>
                  <a:pt x="332" y="73"/>
                </a:cubicBezTo>
                <a:cubicBezTo>
                  <a:pt x="320" y="73"/>
                  <a:pt x="309" y="74"/>
                  <a:pt x="297" y="78"/>
                </a:cubicBezTo>
                <a:cubicBezTo>
                  <a:pt x="286" y="81"/>
                  <a:pt x="275" y="86"/>
                  <a:pt x="266" y="94"/>
                </a:cubicBezTo>
                <a:cubicBezTo>
                  <a:pt x="256" y="101"/>
                  <a:pt x="248" y="112"/>
                  <a:pt x="242" y="126"/>
                </a:cubicBezTo>
                <a:cubicBezTo>
                  <a:pt x="275" y="137"/>
                  <a:pt x="275" y="137"/>
                  <a:pt x="275" y="137"/>
                </a:cubicBezTo>
                <a:cubicBezTo>
                  <a:pt x="278" y="129"/>
                  <a:pt x="285" y="122"/>
                  <a:pt x="295" y="115"/>
                </a:cubicBezTo>
                <a:cubicBezTo>
                  <a:pt x="304" y="107"/>
                  <a:pt x="317" y="103"/>
                  <a:pt x="333" y="103"/>
                </a:cubicBezTo>
                <a:cubicBezTo>
                  <a:pt x="348" y="103"/>
                  <a:pt x="361" y="107"/>
                  <a:pt x="368" y="116"/>
                </a:cubicBezTo>
                <a:cubicBezTo>
                  <a:pt x="376" y="124"/>
                  <a:pt x="380" y="135"/>
                  <a:pt x="380" y="150"/>
                </a:cubicBezTo>
                <a:cubicBezTo>
                  <a:pt x="380" y="151"/>
                  <a:pt x="380" y="151"/>
                  <a:pt x="380" y="151"/>
                </a:cubicBezTo>
                <a:cubicBezTo>
                  <a:pt x="380" y="157"/>
                  <a:pt x="378" y="160"/>
                  <a:pt x="374" y="163"/>
                </a:cubicBezTo>
                <a:cubicBezTo>
                  <a:pt x="370" y="165"/>
                  <a:pt x="363" y="167"/>
                  <a:pt x="356" y="168"/>
                </a:cubicBezTo>
                <a:cubicBezTo>
                  <a:pt x="347" y="169"/>
                  <a:pt x="336" y="170"/>
                  <a:pt x="322" y="171"/>
                </a:cubicBezTo>
                <a:cubicBezTo>
                  <a:pt x="312" y="172"/>
                  <a:pt x="302" y="174"/>
                  <a:pt x="292" y="177"/>
                </a:cubicBezTo>
                <a:cubicBezTo>
                  <a:pt x="281" y="179"/>
                  <a:pt x="272" y="183"/>
                  <a:pt x="264" y="187"/>
                </a:cubicBezTo>
                <a:cubicBezTo>
                  <a:pt x="255" y="192"/>
                  <a:pt x="249" y="199"/>
                  <a:pt x="244" y="206"/>
                </a:cubicBezTo>
                <a:cubicBezTo>
                  <a:pt x="238" y="214"/>
                  <a:pt x="236" y="225"/>
                  <a:pt x="236" y="238"/>
                </a:cubicBezTo>
                <a:cubicBezTo>
                  <a:pt x="236" y="253"/>
                  <a:pt x="239" y="266"/>
                  <a:pt x="246" y="275"/>
                </a:cubicBezTo>
                <a:cubicBezTo>
                  <a:pt x="252" y="286"/>
                  <a:pt x="262" y="294"/>
                  <a:pt x="274" y="300"/>
                </a:cubicBezTo>
                <a:cubicBezTo>
                  <a:pt x="285" y="305"/>
                  <a:pt x="297" y="308"/>
                  <a:pt x="312" y="308"/>
                </a:cubicBezTo>
                <a:cubicBezTo>
                  <a:pt x="325" y="308"/>
                  <a:pt x="336" y="306"/>
                  <a:pt x="345" y="302"/>
                </a:cubicBezTo>
                <a:cubicBezTo>
                  <a:pt x="354" y="298"/>
                  <a:pt x="361" y="293"/>
                  <a:pt x="366" y="287"/>
                </a:cubicBezTo>
                <a:cubicBezTo>
                  <a:pt x="372" y="283"/>
                  <a:pt x="376" y="276"/>
                  <a:pt x="378" y="272"/>
                </a:cubicBezTo>
                <a:cubicBezTo>
                  <a:pt x="380" y="272"/>
                  <a:pt x="380" y="272"/>
                  <a:pt x="380" y="272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414" y="303"/>
                  <a:pt x="414" y="303"/>
                  <a:pt x="414" y="303"/>
                </a:cubicBezTo>
                <a:cubicBezTo>
                  <a:pt x="414" y="153"/>
                  <a:pt x="414" y="153"/>
                  <a:pt x="414" y="153"/>
                </a:cubicBezTo>
                <a:cubicBezTo>
                  <a:pt x="414" y="135"/>
                  <a:pt x="411" y="121"/>
                  <a:pt x="406" y="110"/>
                </a:cubicBezTo>
                <a:cubicBezTo>
                  <a:pt x="400" y="99"/>
                  <a:pt x="392" y="92"/>
                  <a:pt x="384" y="86"/>
                </a:cubicBezTo>
                <a:close/>
                <a:moveTo>
                  <a:pt x="159" y="129"/>
                </a:moveTo>
                <a:cubicBezTo>
                  <a:pt x="155" y="139"/>
                  <a:pt x="147" y="145"/>
                  <a:pt x="138" y="151"/>
                </a:cubicBezTo>
                <a:cubicBezTo>
                  <a:pt x="128" y="157"/>
                  <a:pt x="116" y="160"/>
                  <a:pt x="99" y="160"/>
                </a:cubicBezTo>
                <a:cubicBezTo>
                  <a:pt x="35" y="160"/>
                  <a:pt x="35" y="160"/>
                  <a:pt x="35" y="160"/>
                </a:cubicBezTo>
                <a:cubicBezTo>
                  <a:pt x="35" y="33"/>
                  <a:pt x="35" y="33"/>
                  <a:pt x="35" y="33"/>
                </a:cubicBezTo>
                <a:cubicBezTo>
                  <a:pt x="98" y="33"/>
                  <a:pt x="98" y="33"/>
                  <a:pt x="98" y="33"/>
                </a:cubicBezTo>
                <a:cubicBezTo>
                  <a:pt x="115" y="33"/>
                  <a:pt x="128" y="35"/>
                  <a:pt x="138" y="41"/>
                </a:cubicBezTo>
                <a:cubicBezTo>
                  <a:pt x="147" y="47"/>
                  <a:pt x="155" y="54"/>
                  <a:pt x="159" y="63"/>
                </a:cubicBezTo>
                <a:cubicBezTo>
                  <a:pt x="163" y="73"/>
                  <a:pt x="165" y="84"/>
                  <a:pt x="165" y="96"/>
                </a:cubicBezTo>
                <a:cubicBezTo>
                  <a:pt x="165" y="108"/>
                  <a:pt x="163" y="119"/>
                  <a:pt x="159" y="129"/>
                </a:cubicBezTo>
                <a:close/>
                <a:moveTo>
                  <a:pt x="157" y="13"/>
                </a:moveTo>
                <a:cubicBezTo>
                  <a:pt x="142" y="5"/>
                  <a:pt x="123" y="0"/>
                  <a:pt x="10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03"/>
                  <a:pt x="0" y="303"/>
                  <a:pt x="0" y="303"/>
                </a:cubicBezTo>
                <a:cubicBezTo>
                  <a:pt x="35" y="303"/>
                  <a:pt x="35" y="303"/>
                  <a:pt x="35" y="303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100" y="192"/>
                  <a:pt x="100" y="192"/>
                  <a:pt x="100" y="192"/>
                </a:cubicBezTo>
                <a:cubicBezTo>
                  <a:pt x="123" y="192"/>
                  <a:pt x="142" y="188"/>
                  <a:pt x="158" y="179"/>
                </a:cubicBezTo>
                <a:cubicBezTo>
                  <a:pt x="172" y="170"/>
                  <a:pt x="183" y="159"/>
                  <a:pt x="190" y="144"/>
                </a:cubicBezTo>
                <a:cubicBezTo>
                  <a:pt x="197" y="129"/>
                  <a:pt x="201" y="114"/>
                  <a:pt x="201" y="96"/>
                </a:cubicBezTo>
                <a:cubicBezTo>
                  <a:pt x="201" y="78"/>
                  <a:pt x="197" y="62"/>
                  <a:pt x="190" y="48"/>
                </a:cubicBezTo>
                <a:cubicBezTo>
                  <a:pt x="183" y="33"/>
                  <a:pt x="172" y="22"/>
                  <a:pt x="157" y="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4038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46BEAA"/>
          </p15:clr>
        </p15:guide>
        <p15:guide id="2" orient="horz" pos="2122">
          <p15:clr>
            <a:srgbClr val="46BEAA"/>
          </p15:clr>
        </p15:guide>
        <p15:guide id="3" pos="2267">
          <p15:clr>
            <a:srgbClr val="46BEAA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[Title slide (Purple-Green) with picture]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1">
            <a:extLst>
              <a:ext uri="{FF2B5EF4-FFF2-40B4-BE49-F238E27FC236}">
                <a16:creationId xmlns:a16="http://schemas.microsoft.com/office/drawing/2014/main" id="{CF9CB63D-9843-30C2-739E-454BCEC94E1C}"/>
              </a:ext>
            </a:extLst>
          </p:cNvPr>
          <p:cNvSpPr>
            <a:spLocks noSelect="1"/>
          </p:cNvSpPr>
          <p:nvPr userDrawn="1"/>
        </p:nvSpPr>
        <p:spPr bwMode="auto">
          <a:xfrm flipH="1" flipV="1">
            <a:off x="3368279" y="0"/>
            <a:ext cx="5600700" cy="5143500"/>
          </a:xfrm>
          <a:custGeom>
            <a:avLst/>
            <a:gdLst>
              <a:gd name="T0" fmla="*/ 22614 w 23542"/>
              <a:gd name="T1" fmla="*/ 6226 h 21621"/>
              <a:gd name="T2" fmla="*/ 20094 w 23542"/>
              <a:gd name="T3" fmla="*/ 2487 h 21621"/>
              <a:gd name="T4" fmla="*/ 16431 w 23542"/>
              <a:gd name="T5" fmla="*/ 0 h 21621"/>
              <a:gd name="T6" fmla="*/ 7111 w 23542"/>
              <a:gd name="T7" fmla="*/ 0 h 21621"/>
              <a:gd name="T8" fmla="*/ 3448 w 23542"/>
              <a:gd name="T9" fmla="*/ 2487 h 21621"/>
              <a:gd name="T10" fmla="*/ 928 w 23542"/>
              <a:gd name="T11" fmla="*/ 6226 h 21621"/>
              <a:gd name="T12" fmla="*/ 0 w 23542"/>
              <a:gd name="T13" fmla="*/ 10810 h 21621"/>
              <a:gd name="T14" fmla="*/ 928 w 23542"/>
              <a:gd name="T15" fmla="*/ 15394 h 21621"/>
              <a:gd name="T16" fmla="*/ 3448 w 23542"/>
              <a:gd name="T17" fmla="*/ 19133 h 21621"/>
              <a:gd name="T18" fmla="*/ 7111 w 23542"/>
              <a:gd name="T19" fmla="*/ 21621 h 21621"/>
              <a:gd name="T20" fmla="*/ 16431 w 23542"/>
              <a:gd name="T21" fmla="*/ 21621 h 21621"/>
              <a:gd name="T22" fmla="*/ 20094 w 23542"/>
              <a:gd name="T23" fmla="*/ 19133 h 21621"/>
              <a:gd name="T24" fmla="*/ 22614 w 23542"/>
              <a:gd name="T25" fmla="*/ 15394 h 21621"/>
              <a:gd name="T26" fmla="*/ 23542 w 23542"/>
              <a:gd name="T27" fmla="*/ 10810 h 21621"/>
              <a:gd name="T28" fmla="*/ 22614 w 23542"/>
              <a:gd name="T29" fmla="*/ 6226 h 21621"/>
              <a:gd name="T30" fmla="*/ 11771 w 23542"/>
              <a:gd name="T31" fmla="*/ 16107 h 21621"/>
              <a:gd name="T32" fmla="*/ 6474 w 23542"/>
              <a:gd name="T33" fmla="*/ 10810 h 21621"/>
              <a:gd name="T34" fmla="*/ 11771 w 23542"/>
              <a:gd name="T35" fmla="*/ 5513 h 21621"/>
              <a:gd name="T36" fmla="*/ 17068 w 23542"/>
              <a:gd name="T37" fmla="*/ 10810 h 21621"/>
              <a:gd name="T38" fmla="*/ 11771 w 23542"/>
              <a:gd name="T39" fmla="*/ 16107 h 21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542" h="21621">
                <a:moveTo>
                  <a:pt x="22614" y="6226"/>
                </a:moveTo>
                <a:cubicBezTo>
                  <a:pt x="22021" y="4824"/>
                  <a:pt x="21173" y="3566"/>
                  <a:pt x="20094" y="2487"/>
                </a:cubicBezTo>
                <a:cubicBezTo>
                  <a:pt x="19035" y="1428"/>
                  <a:pt x="17803" y="591"/>
                  <a:pt x="16431" y="0"/>
                </a:cubicBezTo>
                <a:cubicBezTo>
                  <a:pt x="7111" y="0"/>
                  <a:pt x="7111" y="0"/>
                  <a:pt x="7111" y="0"/>
                </a:cubicBezTo>
                <a:cubicBezTo>
                  <a:pt x="5739" y="591"/>
                  <a:pt x="4507" y="1428"/>
                  <a:pt x="3448" y="2487"/>
                </a:cubicBezTo>
                <a:cubicBezTo>
                  <a:pt x="2369" y="3566"/>
                  <a:pt x="1521" y="4824"/>
                  <a:pt x="928" y="6226"/>
                </a:cubicBezTo>
                <a:cubicBezTo>
                  <a:pt x="313" y="7682"/>
                  <a:pt x="0" y="9224"/>
                  <a:pt x="0" y="10810"/>
                </a:cubicBezTo>
                <a:cubicBezTo>
                  <a:pt x="0" y="12396"/>
                  <a:pt x="313" y="13938"/>
                  <a:pt x="928" y="15394"/>
                </a:cubicBezTo>
                <a:cubicBezTo>
                  <a:pt x="1521" y="16796"/>
                  <a:pt x="2369" y="18054"/>
                  <a:pt x="3448" y="19133"/>
                </a:cubicBezTo>
                <a:cubicBezTo>
                  <a:pt x="4507" y="20193"/>
                  <a:pt x="5739" y="21029"/>
                  <a:pt x="7111" y="21621"/>
                </a:cubicBezTo>
                <a:cubicBezTo>
                  <a:pt x="16431" y="21621"/>
                  <a:pt x="16431" y="21621"/>
                  <a:pt x="16431" y="21621"/>
                </a:cubicBezTo>
                <a:cubicBezTo>
                  <a:pt x="17803" y="21029"/>
                  <a:pt x="19035" y="20193"/>
                  <a:pt x="20094" y="19133"/>
                </a:cubicBezTo>
                <a:cubicBezTo>
                  <a:pt x="21173" y="18054"/>
                  <a:pt x="22021" y="16796"/>
                  <a:pt x="22614" y="15394"/>
                </a:cubicBezTo>
                <a:cubicBezTo>
                  <a:pt x="23230" y="13938"/>
                  <a:pt x="23542" y="12396"/>
                  <a:pt x="23542" y="10810"/>
                </a:cubicBezTo>
                <a:cubicBezTo>
                  <a:pt x="23542" y="9224"/>
                  <a:pt x="23230" y="7682"/>
                  <a:pt x="22614" y="6226"/>
                </a:cubicBezTo>
                <a:close/>
                <a:moveTo>
                  <a:pt x="11771" y="16107"/>
                </a:moveTo>
                <a:cubicBezTo>
                  <a:pt x="8846" y="16107"/>
                  <a:pt x="6474" y="13736"/>
                  <a:pt x="6474" y="10810"/>
                </a:cubicBezTo>
                <a:cubicBezTo>
                  <a:pt x="6474" y="7885"/>
                  <a:pt x="8846" y="5513"/>
                  <a:pt x="11771" y="5513"/>
                </a:cubicBezTo>
                <a:cubicBezTo>
                  <a:pt x="14697" y="5513"/>
                  <a:pt x="17068" y="7885"/>
                  <a:pt x="17068" y="10810"/>
                </a:cubicBezTo>
                <a:cubicBezTo>
                  <a:pt x="17068" y="13736"/>
                  <a:pt x="14697" y="16107"/>
                  <a:pt x="11771" y="16107"/>
                </a:cubicBezTo>
                <a:close/>
              </a:path>
            </a:pathLst>
          </a:custGeom>
          <a:gradFill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2700000" scaled="1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D83A4EA-1EED-37C1-1442-53F4C2A4A4E0}"/>
              </a:ext>
            </a:extLst>
          </p:cNvPr>
          <p:cNvSpPr>
            <a:spLocks noSelect="1"/>
          </p:cNvSpPr>
          <p:nvPr userDrawn="1"/>
        </p:nvSpPr>
        <p:spPr>
          <a:xfrm>
            <a:off x="0" y="0"/>
            <a:ext cx="91449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 dirty="0"/>
          </a:p>
        </p:txBody>
      </p:sp>
      <p:sp>
        <p:nvSpPr>
          <p:cNvPr id="9" name="02_***Title 4 (JU-Free)">
            <a:extLst>
              <a:ext uri="{FF2B5EF4-FFF2-40B4-BE49-F238E27FC236}">
                <a16:creationId xmlns:a16="http://schemas.microsoft.com/office/drawing/2014/main" id="{AEEF0330-1912-BDB6-B3DE-879485FC1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62948"/>
            <a:ext cx="3250846" cy="3417605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>
                <a:solidFill>
                  <a:schemeClr val="bg1"/>
                </a:solidFill>
              </a:defRPr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3" name="New Freeform 6">
            <a:extLst>
              <a:ext uri="{FF2B5EF4-FFF2-40B4-BE49-F238E27FC236}">
                <a16:creationId xmlns:a16="http://schemas.microsoft.com/office/drawing/2014/main" id="{48B43A14-AEDD-BC6E-E682-3C141E10FB9D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358775" y="239714"/>
            <a:ext cx="1273175" cy="93663"/>
          </a:xfrm>
          <a:custGeom>
            <a:avLst/>
            <a:gdLst>
              <a:gd name="T0" fmla="*/ 5254 w 5351"/>
              <a:gd name="T1" fmla="*/ 104 h 392"/>
              <a:gd name="T2" fmla="*/ 5284 w 5351"/>
              <a:gd name="T3" fmla="*/ 80 h 392"/>
              <a:gd name="T4" fmla="*/ 5303 w 5351"/>
              <a:gd name="T5" fmla="*/ 284 h 392"/>
              <a:gd name="T6" fmla="*/ 5111 w 5351"/>
              <a:gd name="T7" fmla="*/ 303 h 392"/>
              <a:gd name="T8" fmla="*/ 4974 w 5351"/>
              <a:gd name="T9" fmla="*/ 131 h 392"/>
              <a:gd name="T10" fmla="*/ 5026 w 5351"/>
              <a:gd name="T11" fmla="*/ 72 h 392"/>
              <a:gd name="T12" fmla="*/ 4749 w 5351"/>
              <a:gd name="T13" fmla="*/ 116 h 392"/>
              <a:gd name="T14" fmla="*/ 4699 w 5351"/>
              <a:gd name="T15" fmla="*/ 129 h 392"/>
              <a:gd name="T16" fmla="*/ 4840 w 5351"/>
              <a:gd name="T17" fmla="*/ 88 h 392"/>
              <a:gd name="T18" fmla="*/ 4364 w 5351"/>
              <a:gd name="T19" fmla="*/ 76 h 392"/>
              <a:gd name="T20" fmla="*/ 4232 w 5351"/>
              <a:gd name="T21" fmla="*/ 72 h 392"/>
              <a:gd name="T22" fmla="*/ 4130 w 5351"/>
              <a:gd name="T23" fmla="*/ 303 h 392"/>
              <a:gd name="T24" fmla="*/ 4076 w 5351"/>
              <a:gd name="T25" fmla="*/ 76 h 392"/>
              <a:gd name="T26" fmla="*/ 3900 w 5351"/>
              <a:gd name="T27" fmla="*/ 220 h 392"/>
              <a:gd name="T28" fmla="*/ 4041 w 5351"/>
              <a:gd name="T29" fmla="*/ 76 h 392"/>
              <a:gd name="T30" fmla="*/ 3755 w 5351"/>
              <a:gd name="T31" fmla="*/ 104 h 392"/>
              <a:gd name="T32" fmla="*/ 3654 w 5351"/>
              <a:gd name="T33" fmla="*/ 190 h 392"/>
              <a:gd name="T34" fmla="*/ 3598 w 5351"/>
              <a:gd name="T35" fmla="*/ 76 h 392"/>
              <a:gd name="T36" fmla="*/ 3481 w 5351"/>
              <a:gd name="T37" fmla="*/ 356 h 392"/>
              <a:gd name="T38" fmla="*/ 3274 w 5351"/>
              <a:gd name="T39" fmla="*/ 76 h 392"/>
              <a:gd name="T40" fmla="*/ 3041 w 5351"/>
              <a:gd name="T41" fmla="*/ 76 h 392"/>
              <a:gd name="T42" fmla="*/ 2922 w 5351"/>
              <a:gd name="T43" fmla="*/ 264 h 392"/>
              <a:gd name="T44" fmla="*/ 2944 w 5351"/>
              <a:gd name="T45" fmla="*/ 148 h 392"/>
              <a:gd name="T46" fmla="*/ 2832 w 5351"/>
              <a:gd name="T47" fmla="*/ 292 h 392"/>
              <a:gd name="T48" fmla="*/ 2769 w 5351"/>
              <a:gd name="T49" fmla="*/ 108 h 392"/>
              <a:gd name="T50" fmla="*/ 2691 w 5351"/>
              <a:gd name="T51" fmla="*/ 76 h 392"/>
              <a:gd name="T52" fmla="*/ 2470 w 5351"/>
              <a:gd name="T53" fmla="*/ 257 h 392"/>
              <a:gd name="T54" fmla="*/ 2563 w 5351"/>
              <a:gd name="T55" fmla="*/ 231 h 392"/>
              <a:gd name="T56" fmla="*/ 2419 w 5351"/>
              <a:gd name="T57" fmla="*/ 248 h 392"/>
              <a:gd name="T58" fmla="*/ 2507 w 5351"/>
              <a:gd name="T59" fmla="*/ 361 h 392"/>
              <a:gd name="T60" fmla="*/ 2590 w 5351"/>
              <a:gd name="T61" fmla="*/ 356 h 392"/>
              <a:gd name="T62" fmla="*/ 2105 w 5351"/>
              <a:gd name="T63" fmla="*/ 233 h 392"/>
              <a:gd name="T64" fmla="*/ 2218 w 5351"/>
              <a:gd name="T65" fmla="*/ 88 h 392"/>
              <a:gd name="T66" fmla="*/ 2253 w 5351"/>
              <a:gd name="T67" fmla="*/ 251 h 392"/>
              <a:gd name="T68" fmla="*/ 1961 w 5351"/>
              <a:gd name="T69" fmla="*/ 279 h 392"/>
              <a:gd name="T70" fmla="*/ 2033 w 5351"/>
              <a:gd name="T71" fmla="*/ 76 h 392"/>
              <a:gd name="T72" fmla="*/ 1771 w 5351"/>
              <a:gd name="T73" fmla="*/ 201 h 392"/>
              <a:gd name="T74" fmla="*/ 1698 w 5351"/>
              <a:gd name="T75" fmla="*/ 276 h 392"/>
              <a:gd name="T76" fmla="*/ 1661 w 5351"/>
              <a:gd name="T77" fmla="*/ 81 h 392"/>
              <a:gd name="T78" fmla="*/ 1655 w 5351"/>
              <a:gd name="T79" fmla="*/ 136 h 392"/>
              <a:gd name="T80" fmla="*/ 1534 w 5351"/>
              <a:gd name="T81" fmla="*/ 299 h 392"/>
              <a:gd name="T82" fmla="*/ 1537 w 5351"/>
              <a:gd name="T83" fmla="*/ 76 h 392"/>
              <a:gd name="T84" fmla="*/ 1581 w 5351"/>
              <a:gd name="T85" fmla="*/ 270 h 392"/>
              <a:gd name="T86" fmla="*/ 1298 w 5351"/>
              <a:gd name="T87" fmla="*/ 132 h 392"/>
              <a:gd name="T88" fmla="*/ 1358 w 5351"/>
              <a:gd name="T89" fmla="*/ 73 h 392"/>
              <a:gd name="T90" fmla="*/ 1178 w 5351"/>
              <a:gd name="T91" fmla="*/ 170 h 392"/>
              <a:gd name="T92" fmla="*/ 1065 w 5351"/>
              <a:gd name="T93" fmla="*/ 292 h 392"/>
              <a:gd name="T94" fmla="*/ 1084 w 5351"/>
              <a:gd name="T95" fmla="*/ 267 h 392"/>
              <a:gd name="T96" fmla="*/ 972 w 5351"/>
              <a:gd name="T97" fmla="*/ 303 h 392"/>
              <a:gd name="T98" fmla="*/ 808 w 5351"/>
              <a:gd name="T99" fmla="*/ 147 h 392"/>
              <a:gd name="T100" fmla="*/ 713 w 5351"/>
              <a:gd name="T101" fmla="*/ 76 h 392"/>
              <a:gd name="T102" fmla="*/ 904 w 5351"/>
              <a:gd name="T103" fmla="*/ 73 h 392"/>
              <a:gd name="T104" fmla="*/ 458 w 5351"/>
              <a:gd name="T105" fmla="*/ 384 h 392"/>
              <a:gd name="T106" fmla="*/ 544 w 5351"/>
              <a:gd name="T107" fmla="*/ 256 h 392"/>
              <a:gd name="T108" fmla="*/ 296 w 5351"/>
              <a:gd name="T109" fmla="*/ 207 h 392"/>
              <a:gd name="T110" fmla="*/ 332 w 5351"/>
              <a:gd name="T111" fmla="*/ 73 h 392"/>
              <a:gd name="T112" fmla="*/ 380 w 5351"/>
              <a:gd name="T113" fmla="*/ 151 h 392"/>
              <a:gd name="T114" fmla="*/ 274 w 5351"/>
              <a:gd name="T115" fmla="*/ 300 h 392"/>
              <a:gd name="T116" fmla="*/ 406 w 5351"/>
              <a:gd name="T117" fmla="*/ 110 h 392"/>
              <a:gd name="T118" fmla="*/ 159 w 5351"/>
              <a:gd name="T119" fmla="*/ 63 h 392"/>
              <a:gd name="T120" fmla="*/ 100 w 5351"/>
              <a:gd name="T121" fmla="*/ 1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351" h="392">
                <a:moveTo>
                  <a:pt x="5310" y="235"/>
                </a:moveTo>
                <a:cubicBezTo>
                  <a:pt x="5305" y="247"/>
                  <a:pt x="5298" y="257"/>
                  <a:pt x="5289" y="265"/>
                </a:cubicBezTo>
                <a:cubicBezTo>
                  <a:pt x="5279" y="273"/>
                  <a:pt x="5268" y="275"/>
                  <a:pt x="5254" y="275"/>
                </a:cubicBezTo>
                <a:cubicBezTo>
                  <a:pt x="5239" y="275"/>
                  <a:pt x="5227" y="272"/>
                  <a:pt x="5218" y="264"/>
                </a:cubicBezTo>
                <a:cubicBezTo>
                  <a:pt x="5209" y="256"/>
                  <a:pt x="5201" y="246"/>
                  <a:pt x="5196" y="233"/>
                </a:cubicBezTo>
                <a:cubicBezTo>
                  <a:pt x="5191" y="220"/>
                  <a:pt x="5189" y="205"/>
                  <a:pt x="5189" y="189"/>
                </a:cubicBezTo>
                <a:cubicBezTo>
                  <a:pt x="5189" y="173"/>
                  <a:pt x="5191" y="159"/>
                  <a:pt x="5196" y="146"/>
                </a:cubicBezTo>
                <a:cubicBezTo>
                  <a:pt x="5201" y="133"/>
                  <a:pt x="5209" y="123"/>
                  <a:pt x="5218" y="115"/>
                </a:cubicBezTo>
                <a:cubicBezTo>
                  <a:pt x="5227" y="108"/>
                  <a:pt x="5239" y="104"/>
                  <a:pt x="5254" y="104"/>
                </a:cubicBezTo>
                <a:cubicBezTo>
                  <a:pt x="5268" y="104"/>
                  <a:pt x="5279" y="108"/>
                  <a:pt x="5289" y="115"/>
                </a:cubicBezTo>
                <a:cubicBezTo>
                  <a:pt x="5298" y="122"/>
                  <a:pt x="5305" y="131"/>
                  <a:pt x="5311" y="144"/>
                </a:cubicBezTo>
                <a:cubicBezTo>
                  <a:pt x="5316" y="158"/>
                  <a:pt x="5317" y="172"/>
                  <a:pt x="5317" y="189"/>
                </a:cubicBezTo>
                <a:cubicBezTo>
                  <a:pt x="5317" y="206"/>
                  <a:pt x="5316" y="221"/>
                  <a:pt x="5310" y="235"/>
                </a:cubicBezTo>
                <a:close/>
                <a:moveTo>
                  <a:pt x="5317" y="0"/>
                </a:moveTo>
                <a:cubicBezTo>
                  <a:pt x="5317" y="112"/>
                  <a:pt x="5317" y="112"/>
                  <a:pt x="5317" y="112"/>
                </a:cubicBezTo>
                <a:cubicBezTo>
                  <a:pt x="5314" y="112"/>
                  <a:pt x="5314" y="112"/>
                  <a:pt x="5314" y="112"/>
                </a:cubicBezTo>
                <a:cubicBezTo>
                  <a:pt x="5312" y="108"/>
                  <a:pt x="5308" y="103"/>
                  <a:pt x="5303" y="97"/>
                </a:cubicBezTo>
                <a:cubicBezTo>
                  <a:pt x="5299" y="90"/>
                  <a:pt x="5293" y="85"/>
                  <a:pt x="5284" y="80"/>
                </a:cubicBezTo>
                <a:cubicBezTo>
                  <a:pt x="5275" y="75"/>
                  <a:pt x="5264" y="73"/>
                  <a:pt x="5249" y="73"/>
                </a:cubicBezTo>
                <a:cubicBezTo>
                  <a:pt x="5232" y="73"/>
                  <a:pt x="5214" y="78"/>
                  <a:pt x="5200" y="87"/>
                </a:cubicBezTo>
                <a:cubicBezTo>
                  <a:pt x="5186" y="97"/>
                  <a:pt x="5175" y="110"/>
                  <a:pt x="5166" y="128"/>
                </a:cubicBezTo>
                <a:cubicBezTo>
                  <a:pt x="5159" y="145"/>
                  <a:pt x="5155" y="166"/>
                  <a:pt x="5155" y="190"/>
                </a:cubicBezTo>
                <a:cubicBezTo>
                  <a:pt x="5155" y="213"/>
                  <a:pt x="5159" y="235"/>
                  <a:pt x="5166" y="252"/>
                </a:cubicBezTo>
                <a:cubicBezTo>
                  <a:pt x="5175" y="270"/>
                  <a:pt x="5186" y="284"/>
                  <a:pt x="5200" y="293"/>
                </a:cubicBezTo>
                <a:cubicBezTo>
                  <a:pt x="5214" y="302"/>
                  <a:pt x="5231" y="307"/>
                  <a:pt x="5249" y="307"/>
                </a:cubicBezTo>
                <a:cubicBezTo>
                  <a:pt x="5264" y="307"/>
                  <a:pt x="5274" y="305"/>
                  <a:pt x="5283" y="300"/>
                </a:cubicBezTo>
                <a:cubicBezTo>
                  <a:pt x="5292" y="295"/>
                  <a:pt x="5298" y="289"/>
                  <a:pt x="5303" y="284"/>
                </a:cubicBezTo>
                <a:cubicBezTo>
                  <a:pt x="5308" y="276"/>
                  <a:pt x="5312" y="272"/>
                  <a:pt x="5314" y="268"/>
                </a:cubicBezTo>
                <a:cubicBezTo>
                  <a:pt x="5318" y="268"/>
                  <a:pt x="5318" y="268"/>
                  <a:pt x="5318" y="268"/>
                </a:cubicBezTo>
                <a:cubicBezTo>
                  <a:pt x="5318" y="303"/>
                  <a:pt x="5318" y="303"/>
                  <a:pt x="5318" y="303"/>
                </a:cubicBezTo>
                <a:cubicBezTo>
                  <a:pt x="5351" y="303"/>
                  <a:pt x="5351" y="303"/>
                  <a:pt x="5351" y="303"/>
                </a:cubicBezTo>
                <a:cubicBezTo>
                  <a:pt x="5351" y="0"/>
                  <a:pt x="5351" y="0"/>
                  <a:pt x="5351" y="0"/>
                </a:cubicBezTo>
                <a:lnTo>
                  <a:pt x="5317" y="0"/>
                </a:lnTo>
                <a:close/>
                <a:moveTo>
                  <a:pt x="5076" y="0"/>
                </a:moveTo>
                <a:cubicBezTo>
                  <a:pt x="5111" y="0"/>
                  <a:pt x="5111" y="0"/>
                  <a:pt x="5111" y="0"/>
                </a:cubicBezTo>
                <a:cubicBezTo>
                  <a:pt x="5111" y="303"/>
                  <a:pt x="5111" y="303"/>
                  <a:pt x="5111" y="303"/>
                </a:cubicBezTo>
                <a:cubicBezTo>
                  <a:pt x="5076" y="303"/>
                  <a:pt x="5076" y="303"/>
                  <a:pt x="5076" y="303"/>
                </a:cubicBezTo>
                <a:lnTo>
                  <a:pt x="5076" y="0"/>
                </a:lnTo>
                <a:close/>
                <a:moveTo>
                  <a:pt x="5035" y="72"/>
                </a:moveTo>
                <a:cubicBezTo>
                  <a:pt x="5039" y="72"/>
                  <a:pt x="5042" y="73"/>
                  <a:pt x="5044" y="73"/>
                </a:cubicBezTo>
                <a:cubicBezTo>
                  <a:pt x="5044" y="108"/>
                  <a:pt x="5044" y="108"/>
                  <a:pt x="5044" y="108"/>
                </a:cubicBezTo>
                <a:cubicBezTo>
                  <a:pt x="5043" y="108"/>
                  <a:pt x="5040" y="107"/>
                  <a:pt x="5036" y="107"/>
                </a:cubicBezTo>
                <a:cubicBezTo>
                  <a:pt x="5032" y="106"/>
                  <a:pt x="5028" y="106"/>
                  <a:pt x="5023" y="106"/>
                </a:cubicBezTo>
                <a:cubicBezTo>
                  <a:pt x="5012" y="106"/>
                  <a:pt x="5003" y="108"/>
                  <a:pt x="4994" y="113"/>
                </a:cubicBezTo>
                <a:cubicBezTo>
                  <a:pt x="4985" y="117"/>
                  <a:pt x="4979" y="124"/>
                  <a:pt x="4974" y="131"/>
                </a:cubicBezTo>
                <a:cubicBezTo>
                  <a:pt x="4970" y="140"/>
                  <a:pt x="4966" y="149"/>
                  <a:pt x="4966" y="159"/>
                </a:cubicBezTo>
                <a:cubicBezTo>
                  <a:pt x="4966" y="303"/>
                  <a:pt x="4966" y="303"/>
                  <a:pt x="4966" y="303"/>
                </a:cubicBezTo>
                <a:cubicBezTo>
                  <a:pt x="4933" y="303"/>
                  <a:pt x="4933" y="303"/>
                  <a:pt x="4933" y="303"/>
                </a:cubicBezTo>
                <a:cubicBezTo>
                  <a:pt x="4933" y="76"/>
                  <a:pt x="4933" y="76"/>
                  <a:pt x="4933" y="76"/>
                </a:cubicBezTo>
                <a:cubicBezTo>
                  <a:pt x="4965" y="76"/>
                  <a:pt x="4965" y="76"/>
                  <a:pt x="4965" y="76"/>
                </a:cubicBezTo>
                <a:cubicBezTo>
                  <a:pt x="4965" y="110"/>
                  <a:pt x="4965" y="110"/>
                  <a:pt x="4965" y="110"/>
                </a:cubicBezTo>
                <a:cubicBezTo>
                  <a:pt x="4968" y="110"/>
                  <a:pt x="4968" y="110"/>
                  <a:pt x="4968" y="110"/>
                </a:cubicBezTo>
                <a:cubicBezTo>
                  <a:pt x="4972" y="98"/>
                  <a:pt x="4980" y="89"/>
                  <a:pt x="4990" y="83"/>
                </a:cubicBezTo>
                <a:cubicBezTo>
                  <a:pt x="5001" y="76"/>
                  <a:pt x="5012" y="72"/>
                  <a:pt x="5026" y="72"/>
                </a:cubicBezTo>
                <a:cubicBezTo>
                  <a:pt x="5029" y="72"/>
                  <a:pt x="5031" y="72"/>
                  <a:pt x="5035" y="72"/>
                </a:cubicBezTo>
                <a:close/>
                <a:moveTo>
                  <a:pt x="4847" y="233"/>
                </a:moveTo>
                <a:cubicBezTo>
                  <a:pt x="4842" y="245"/>
                  <a:pt x="4835" y="256"/>
                  <a:pt x="4825" y="264"/>
                </a:cubicBezTo>
                <a:cubicBezTo>
                  <a:pt x="4815" y="272"/>
                  <a:pt x="4803" y="275"/>
                  <a:pt x="4788" y="275"/>
                </a:cubicBezTo>
                <a:cubicBezTo>
                  <a:pt x="4772" y="275"/>
                  <a:pt x="4760" y="272"/>
                  <a:pt x="4749" y="264"/>
                </a:cubicBezTo>
                <a:cubicBezTo>
                  <a:pt x="4740" y="256"/>
                  <a:pt x="4732" y="245"/>
                  <a:pt x="4728" y="233"/>
                </a:cubicBezTo>
                <a:cubicBezTo>
                  <a:pt x="4723" y="219"/>
                  <a:pt x="4720" y="205"/>
                  <a:pt x="4720" y="190"/>
                </a:cubicBezTo>
                <a:cubicBezTo>
                  <a:pt x="4720" y="175"/>
                  <a:pt x="4723" y="160"/>
                  <a:pt x="4728" y="148"/>
                </a:cubicBezTo>
                <a:cubicBezTo>
                  <a:pt x="4732" y="134"/>
                  <a:pt x="4740" y="125"/>
                  <a:pt x="4749" y="116"/>
                </a:cubicBezTo>
                <a:cubicBezTo>
                  <a:pt x="4760" y="108"/>
                  <a:pt x="4772" y="104"/>
                  <a:pt x="4788" y="104"/>
                </a:cubicBezTo>
                <a:cubicBezTo>
                  <a:pt x="4803" y="104"/>
                  <a:pt x="4815" y="108"/>
                  <a:pt x="4825" y="116"/>
                </a:cubicBezTo>
                <a:cubicBezTo>
                  <a:pt x="4835" y="125"/>
                  <a:pt x="4842" y="134"/>
                  <a:pt x="4847" y="148"/>
                </a:cubicBezTo>
                <a:cubicBezTo>
                  <a:pt x="4852" y="160"/>
                  <a:pt x="4855" y="175"/>
                  <a:pt x="4855" y="190"/>
                </a:cubicBezTo>
                <a:cubicBezTo>
                  <a:pt x="4855" y="205"/>
                  <a:pt x="4852" y="219"/>
                  <a:pt x="4847" y="233"/>
                </a:cubicBezTo>
                <a:close/>
                <a:moveTo>
                  <a:pt x="4840" y="88"/>
                </a:moveTo>
                <a:cubicBezTo>
                  <a:pt x="4825" y="78"/>
                  <a:pt x="4808" y="73"/>
                  <a:pt x="4788" y="73"/>
                </a:cubicBezTo>
                <a:cubicBezTo>
                  <a:pt x="4767" y="73"/>
                  <a:pt x="4749" y="78"/>
                  <a:pt x="4735" y="88"/>
                </a:cubicBezTo>
                <a:cubicBezTo>
                  <a:pt x="4720" y="98"/>
                  <a:pt x="4707" y="111"/>
                  <a:pt x="4699" y="129"/>
                </a:cubicBezTo>
                <a:cubicBezTo>
                  <a:pt x="4691" y="146"/>
                  <a:pt x="4686" y="167"/>
                  <a:pt x="4686" y="190"/>
                </a:cubicBezTo>
                <a:cubicBezTo>
                  <a:pt x="4686" y="213"/>
                  <a:pt x="4691" y="234"/>
                  <a:pt x="4699" y="251"/>
                </a:cubicBezTo>
                <a:cubicBezTo>
                  <a:pt x="4707" y="269"/>
                  <a:pt x="4720" y="283"/>
                  <a:pt x="4735" y="292"/>
                </a:cubicBezTo>
                <a:cubicBezTo>
                  <a:pt x="4749" y="302"/>
                  <a:pt x="4767" y="307"/>
                  <a:pt x="4788" y="307"/>
                </a:cubicBezTo>
                <a:cubicBezTo>
                  <a:pt x="4808" y="307"/>
                  <a:pt x="4825" y="302"/>
                  <a:pt x="4840" y="292"/>
                </a:cubicBezTo>
                <a:cubicBezTo>
                  <a:pt x="4856" y="283"/>
                  <a:pt x="4867" y="269"/>
                  <a:pt x="4876" y="251"/>
                </a:cubicBezTo>
                <a:cubicBezTo>
                  <a:pt x="4884" y="234"/>
                  <a:pt x="4888" y="213"/>
                  <a:pt x="4888" y="190"/>
                </a:cubicBezTo>
                <a:cubicBezTo>
                  <a:pt x="4888" y="167"/>
                  <a:pt x="4884" y="146"/>
                  <a:pt x="4876" y="129"/>
                </a:cubicBezTo>
                <a:cubicBezTo>
                  <a:pt x="4867" y="111"/>
                  <a:pt x="4856" y="98"/>
                  <a:pt x="4840" y="88"/>
                </a:cubicBezTo>
                <a:close/>
                <a:moveTo>
                  <a:pt x="4631" y="76"/>
                </a:moveTo>
                <a:cubicBezTo>
                  <a:pt x="4667" y="76"/>
                  <a:pt x="4667" y="76"/>
                  <a:pt x="4667" y="76"/>
                </a:cubicBezTo>
                <a:cubicBezTo>
                  <a:pt x="4599" y="303"/>
                  <a:pt x="4599" y="303"/>
                  <a:pt x="4599" y="303"/>
                </a:cubicBezTo>
                <a:cubicBezTo>
                  <a:pt x="4565" y="303"/>
                  <a:pt x="4565" y="303"/>
                  <a:pt x="4565" y="303"/>
                </a:cubicBezTo>
                <a:cubicBezTo>
                  <a:pt x="4516" y="129"/>
                  <a:pt x="4516" y="129"/>
                  <a:pt x="4516" y="129"/>
                </a:cubicBezTo>
                <a:cubicBezTo>
                  <a:pt x="4514" y="129"/>
                  <a:pt x="4514" y="129"/>
                  <a:pt x="4514" y="129"/>
                </a:cubicBezTo>
                <a:cubicBezTo>
                  <a:pt x="4465" y="303"/>
                  <a:pt x="4465" y="303"/>
                  <a:pt x="4465" y="303"/>
                </a:cubicBezTo>
                <a:cubicBezTo>
                  <a:pt x="4432" y="303"/>
                  <a:pt x="4432" y="303"/>
                  <a:pt x="4432" y="303"/>
                </a:cubicBezTo>
                <a:cubicBezTo>
                  <a:pt x="4364" y="76"/>
                  <a:pt x="4364" y="76"/>
                  <a:pt x="4364" y="76"/>
                </a:cubicBezTo>
                <a:cubicBezTo>
                  <a:pt x="4399" y="76"/>
                  <a:pt x="4399" y="76"/>
                  <a:pt x="4399" y="76"/>
                </a:cubicBezTo>
                <a:cubicBezTo>
                  <a:pt x="4448" y="249"/>
                  <a:pt x="4448" y="249"/>
                  <a:pt x="4448" y="249"/>
                </a:cubicBezTo>
                <a:cubicBezTo>
                  <a:pt x="4450" y="249"/>
                  <a:pt x="4450" y="249"/>
                  <a:pt x="4450" y="249"/>
                </a:cubicBezTo>
                <a:cubicBezTo>
                  <a:pt x="4498" y="76"/>
                  <a:pt x="4498" y="76"/>
                  <a:pt x="4498" y="76"/>
                </a:cubicBezTo>
                <a:cubicBezTo>
                  <a:pt x="4534" y="76"/>
                  <a:pt x="4534" y="76"/>
                  <a:pt x="4534" y="76"/>
                </a:cubicBezTo>
                <a:cubicBezTo>
                  <a:pt x="4581" y="248"/>
                  <a:pt x="4581" y="248"/>
                  <a:pt x="4581" y="248"/>
                </a:cubicBezTo>
                <a:cubicBezTo>
                  <a:pt x="4583" y="248"/>
                  <a:pt x="4583" y="248"/>
                  <a:pt x="4583" y="248"/>
                </a:cubicBezTo>
                <a:lnTo>
                  <a:pt x="4631" y="76"/>
                </a:lnTo>
                <a:close/>
                <a:moveTo>
                  <a:pt x="4232" y="72"/>
                </a:moveTo>
                <a:cubicBezTo>
                  <a:pt x="4236" y="72"/>
                  <a:pt x="4239" y="73"/>
                  <a:pt x="4241" y="73"/>
                </a:cubicBezTo>
                <a:cubicBezTo>
                  <a:pt x="4241" y="108"/>
                  <a:pt x="4241" y="108"/>
                  <a:pt x="4241" y="108"/>
                </a:cubicBezTo>
                <a:cubicBezTo>
                  <a:pt x="4240" y="108"/>
                  <a:pt x="4237" y="107"/>
                  <a:pt x="4233" y="107"/>
                </a:cubicBezTo>
                <a:cubicBezTo>
                  <a:pt x="4229" y="106"/>
                  <a:pt x="4225" y="106"/>
                  <a:pt x="4221" y="106"/>
                </a:cubicBezTo>
                <a:cubicBezTo>
                  <a:pt x="4209" y="106"/>
                  <a:pt x="4200" y="108"/>
                  <a:pt x="4191" y="113"/>
                </a:cubicBezTo>
                <a:cubicBezTo>
                  <a:pt x="4183" y="117"/>
                  <a:pt x="4177" y="124"/>
                  <a:pt x="4171" y="131"/>
                </a:cubicBezTo>
                <a:cubicBezTo>
                  <a:pt x="4167" y="140"/>
                  <a:pt x="4164" y="149"/>
                  <a:pt x="4164" y="159"/>
                </a:cubicBezTo>
                <a:cubicBezTo>
                  <a:pt x="4164" y="303"/>
                  <a:pt x="4164" y="303"/>
                  <a:pt x="4164" y="303"/>
                </a:cubicBezTo>
                <a:cubicBezTo>
                  <a:pt x="4130" y="303"/>
                  <a:pt x="4130" y="303"/>
                  <a:pt x="4130" y="303"/>
                </a:cubicBezTo>
                <a:cubicBezTo>
                  <a:pt x="4130" y="76"/>
                  <a:pt x="4130" y="76"/>
                  <a:pt x="4130" y="76"/>
                </a:cubicBezTo>
                <a:cubicBezTo>
                  <a:pt x="4163" y="76"/>
                  <a:pt x="4163" y="76"/>
                  <a:pt x="4163" y="76"/>
                </a:cubicBezTo>
                <a:cubicBezTo>
                  <a:pt x="4163" y="110"/>
                  <a:pt x="4163" y="110"/>
                  <a:pt x="4163" y="110"/>
                </a:cubicBezTo>
                <a:cubicBezTo>
                  <a:pt x="4165" y="110"/>
                  <a:pt x="4165" y="110"/>
                  <a:pt x="4165" y="110"/>
                </a:cubicBezTo>
                <a:cubicBezTo>
                  <a:pt x="4169" y="98"/>
                  <a:pt x="4177" y="89"/>
                  <a:pt x="4187" y="83"/>
                </a:cubicBezTo>
                <a:cubicBezTo>
                  <a:pt x="4198" y="76"/>
                  <a:pt x="4210" y="72"/>
                  <a:pt x="4224" y="72"/>
                </a:cubicBezTo>
                <a:lnTo>
                  <a:pt x="4232" y="72"/>
                </a:lnTo>
                <a:close/>
                <a:moveTo>
                  <a:pt x="4041" y="76"/>
                </a:moveTo>
                <a:cubicBezTo>
                  <a:pt x="4076" y="76"/>
                  <a:pt x="4076" y="76"/>
                  <a:pt x="4076" y="76"/>
                </a:cubicBezTo>
                <a:cubicBezTo>
                  <a:pt x="4076" y="303"/>
                  <a:pt x="4076" y="303"/>
                  <a:pt x="4076" y="303"/>
                </a:cubicBezTo>
                <a:cubicBezTo>
                  <a:pt x="4041" y="303"/>
                  <a:pt x="4041" y="303"/>
                  <a:pt x="4041" y="303"/>
                </a:cubicBezTo>
                <a:cubicBezTo>
                  <a:pt x="4041" y="264"/>
                  <a:pt x="4041" y="264"/>
                  <a:pt x="4041" y="264"/>
                </a:cubicBezTo>
                <a:cubicBezTo>
                  <a:pt x="4039" y="264"/>
                  <a:pt x="4039" y="264"/>
                  <a:pt x="4039" y="264"/>
                </a:cubicBezTo>
                <a:cubicBezTo>
                  <a:pt x="4033" y="275"/>
                  <a:pt x="4026" y="285"/>
                  <a:pt x="4014" y="293"/>
                </a:cubicBezTo>
                <a:cubicBezTo>
                  <a:pt x="4004" y="301"/>
                  <a:pt x="3989" y="306"/>
                  <a:pt x="3972" y="306"/>
                </a:cubicBezTo>
                <a:cubicBezTo>
                  <a:pt x="3959" y="306"/>
                  <a:pt x="3946" y="302"/>
                  <a:pt x="3936" y="296"/>
                </a:cubicBezTo>
                <a:cubicBezTo>
                  <a:pt x="3924" y="290"/>
                  <a:pt x="3916" y="281"/>
                  <a:pt x="3910" y="268"/>
                </a:cubicBezTo>
                <a:cubicBezTo>
                  <a:pt x="3903" y="255"/>
                  <a:pt x="3900" y="240"/>
                  <a:pt x="3900" y="220"/>
                </a:cubicBezTo>
                <a:cubicBezTo>
                  <a:pt x="3900" y="76"/>
                  <a:pt x="3900" y="76"/>
                  <a:pt x="3900" y="76"/>
                </a:cubicBezTo>
                <a:cubicBezTo>
                  <a:pt x="3935" y="76"/>
                  <a:pt x="3935" y="76"/>
                  <a:pt x="3935" y="76"/>
                </a:cubicBezTo>
                <a:cubicBezTo>
                  <a:pt x="3935" y="217"/>
                  <a:pt x="3935" y="217"/>
                  <a:pt x="3935" y="217"/>
                </a:cubicBezTo>
                <a:cubicBezTo>
                  <a:pt x="3935" y="234"/>
                  <a:pt x="3940" y="247"/>
                  <a:pt x="3948" y="257"/>
                </a:cubicBezTo>
                <a:cubicBezTo>
                  <a:pt x="3958" y="267"/>
                  <a:pt x="3969" y="272"/>
                  <a:pt x="3984" y="272"/>
                </a:cubicBezTo>
                <a:cubicBezTo>
                  <a:pt x="3992" y="272"/>
                  <a:pt x="4001" y="270"/>
                  <a:pt x="4010" y="265"/>
                </a:cubicBezTo>
                <a:cubicBezTo>
                  <a:pt x="4018" y="261"/>
                  <a:pt x="4026" y="254"/>
                  <a:pt x="4032" y="244"/>
                </a:cubicBezTo>
                <a:cubicBezTo>
                  <a:pt x="4038" y="236"/>
                  <a:pt x="4041" y="224"/>
                  <a:pt x="4041" y="210"/>
                </a:cubicBezTo>
                <a:lnTo>
                  <a:pt x="4041" y="76"/>
                </a:lnTo>
                <a:close/>
                <a:moveTo>
                  <a:pt x="3815" y="233"/>
                </a:moveTo>
                <a:cubicBezTo>
                  <a:pt x="3810" y="245"/>
                  <a:pt x="3803" y="256"/>
                  <a:pt x="3793" y="264"/>
                </a:cubicBezTo>
                <a:cubicBezTo>
                  <a:pt x="3783" y="272"/>
                  <a:pt x="3770" y="275"/>
                  <a:pt x="3755" y="275"/>
                </a:cubicBezTo>
                <a:cubicBezTo>
                  <a:pt x="3739" y="275"/>
                  <a:pt x="3727" y="272"/>
                  <a:pt x="3718" y="264"/>
                </a:cubicBezTo>
                <a:cubicBezTo>
                  <a:pt x="3708" y="256"/>
                  <a:pt x="3700" y="245"/>
                  <a:pt x="3696" y="233"/>
                </a:cubicBezTo>
                <a:cubicBezTo>
                  <a:pt x="3691" y="219"/>
                  <a:pt x="3689" y="205"/>
                  <a:pt x="3689" y="190"/>
                </a:cubicBezTo>
                <a:cubicBezTo>
                  <a:pt x="3689" y="175"/>
                  <a:pt x="3691" y="160"/>
                  <a:pt x="3696" y="148"/>
                </a:cubicBezTo>
                <a:cubicBezTo>
                  <a:pt x="3700" y="134"/>
                  <a:pt x="3708" y="125"/>
                  <a:pt x="3718" y="116"/>
                </a:cubicBezTo>
                <a:cubicBezTo>
                  <a:pt x="3727" y="108"/>
                  <a:pt x="3739" y="104"/>
                  <a:pt x="3755" y="104"/>
                </a:cubicBezTo>
                <a:cubicBezTo>
                  <a:pt x="3770" y="104"/>
                  <a:pt x="3783" y="108"/>
                  <a:pt x="3793" y="116"/>
                </a:cubicBezTo>
                <a:cubicBezTo>
                  <a:pt x="3803" y="125"/>
                  <a:pt x="3810" y="134"/>
                  <a:pt x="3815" y="148"/>
                </a:cubicBezTo>
                <a:cubicBezTo>
                  <a:pt x="3820" y="160"/>
                  <a:pt x="3822" y="175"/>
                  <a:pt x="3822" y="190"/>
                </a:cubicBezTo>
                <a:cubicBezTo>
                  <a:pt x="3822" y="205"/>
                  <a:pt x="3820" y="219"/>
                  <a:pt x="3815" y="233"/>
                </a:cubicBezTo>
                <a:close/>
                <a:moveTo>
                  <a:pt x="3808" y="88"/>
                </a:moveTo>
                <a:cubicBezTo>
                  <a:pt x="3793" y="78"/>
                  <a:pt x="3775" y="73"/>
                  <a:pt x="3755" y="73"/>
                </a:cubicBezTo>
                <a:cubicBezTo>
                  <a:pt x="3735" y="73"/>
                  <a:pt x="3718" y="78"/>
                  <a:pt x="3702" y="88"/>
                </a:cubicBezTo>
                <a:cubicBezTo>
                  <a:pt x="3687" y="98"/>
                  <a:pt x="3676" y="111"/>
                  <a:pt x="3667" y="129"/>
                </a:cubicBezTo>
                <a:cubicBezTo>
                  <a:pt x="3658" y="146"/>
                  <a:pt x="3654" y="167"/>
                  <a:pt x="3654" y="190"/>
                </a:cubicBezTo>
                <a:cubicBezTo>
                  <a:pt x="3654" y="213"/>
                  <a:pt x="3658" y="234"/>
                  <a:pt x="3667" y="251"/>
                </a:cubicBezTo>
                <a:cubicBezTo>
                  <a:pt x="3676" y="269"/>
                  <a:pt x="3687" y="283"/>
                  <a:pt x="3702" y="292"/>
                </a:cubicBezTo>
                <a:cubicBezTo>
                  <a:pt x="3718" y="302"/>
                  <a:pt x="3735" y="307"/>
                  <a:pt x="3755" y="307"/>
                </a:cubicBezTo>
                <a:cubicBezTo>
                  <a:pt x="3775" y="307"/>
                  <a:pt x="3793" y="302"/>
                  <a:pt x="3808" y="292"/>
                </a:cubicBezTo>
                <a:cubicBezTo>
                  <a:pt x="3823" y="283"/>
                  <a:pt x="3836" y="269"/>
                  <a:pt x="3844" y="251"/>
                </a:cubicBezTo>
                <a:cubicBezTo>
                  <a:pt x="3851" y="234"/>
                  <a:pt x="3856" y="213"/>
                  <a:pt x="3856" y="190"/>
                </a:cubicBezTo>
                <a:cubicBezTo>
                  <a:pt x="3856" y="167"/>
                  <a:pt x="3851" y="146"/>
                  <a:pt x="3844" y="129"/>
                </a:cubicBezTo>
                <a:cubicBezTo>
                  <a:pt x="3836" y="111"/>
                  <a:pt x="3823" y="98"/>
                  <a:pt x="3808" y="88"/>
                </a:cubicBezTo>
                <a:close/>
                <a:moveTo>
                  <a:pt x="3598" y="76"/>
                </a:moveTo>
                <a:cubicBezTo>
                  <a:pt x="3635" y="76"/>
                  <a:pt x="3635" y="76"/>
                  <a:pt x="3635" y="76"/>
                </a:cubicBezTo>
                <a:cubicBezTo>
                  <a:pt x="3541" y="336"/>
                  <a:pt x="3541" y="336"/>
                  <a:pt x="3541" y="336"/>
                </a:cubicBezTo>
                <a:cubicBezTo>
                  <a:pt x="3537" y="347"/>
                  <a:pt x="3531" y="356"/>
                  <a:pt x="3525" y="364"/>
                </a:cubicBezTo>
                <a:cubicBezTo>
                  <a:pt x="3519" y="372"/>
                  <a:pt x="3512" y="378"/>
                  <a:pt x="3503" y="382"/>
                </a:cubicBezTo>
                <a:cubicBezTo>
                  <a:pt x="3495" y="386"/>
                  <a:pt x="3486" y="387"/>
                  <a:pt x="3475" y="387"/>
                </a:cubicBezTo>
                <a:cubicBezTo>
                  <a:pt x="3470" y="387"/>
                  <a:pt x="3464" y="387"/>
                  <a:pt x="3460" y="386"/>
                </a:cubicBezTo>
                <a:cubicBezTo>
                  <a:pt x="3455" y="385"/>
                  <a:pt x="3453" y="385"/>
                  <a:pt x="3451" y="384"/>
                </a:cubicBezTo>
                <a:cubicBezTo>
                  <a:pt x="3459" y="353"/>
                  <a:pt x="3459" y="353"/>
                  <a:pt x="3459" y="353"/>
                </a:cubicBezTo>
                <a:cubicBezTo>
                  <a:pt x="3468" y="355"/>
                  <a:pt x="3475" y="356"/>
                  <a:pt x="3481" y="356"/>
                </a:cubicBezTo>
                <a:cubicBezTo>
                  <a:pt x="3488" y="355"/>
                  <a:pt x="3494" y="352"/>
                  <a:pt x="3498" y="346"/>
                </a:cubicBezTo>
                <a:cubicBezTo>
                  <a:pt x="3503" y="341"/>
                  <a:pt x="3508" y="333"/>
                  <a:pt x="3512" y="321"/>
                </a:cubicBezTo>
                <a:cubicBezTo>
                  <a:pt x="3519" y="304"/>
                  <a:pt x="3519" y="304"/>
                  <a:pt x="3519" y="304"/>
                </a:cubicBezTo>
                <a:cubicBezTo>
                  <a:pt x="3436" y="76"/>
                  <a:pt x="3436" y="76"/>
                  <a:pt x="3436" y="76"/>
                </a:cubicBezTo>
                <a:cubicBezTo>
                  <a:pt x="3473" y="76"/>
                  <a:pt x="3473" y="76"/>
                  <a:pt x="3473" y="76"/>
                </a:cubicBezTo>
                <a:cubicBezTo>
                  <a:pt x="3535" y="256"/>
                  <a:pt x="3535" y="256"/>
                  <a:pt x="3535" y="256"/>
                </a:cubicBezTo>
                <a:cubicBezTo>
                  <a:pt x="3537" y="256"/>
                  <a:pt x="3537" y="256"/>
                  <a:pt x="3537" y="256"/>
                </a:cubicBezTo>
                <a:lnTo>
                  <a:pt x="3598" y="76"/>
                </a:lnTo>
                <a:close/>
                <a:moveTo>
                  <a:pt x="3274" y="76"/>
                </a:moveTo>
                <a:cubicBezTo>
                  <a:pt x="3309" y="76"/>
                  <a:pt x="3309" y="76"/>
                  <a:pt x="3309" y="76"/>
                </a:cubicBezTo>
                <a:cubicBezTo>
                  <a:pt x="3241" y="303"/>
                  <a:pt x="3241" y="303"/>
                  <a:pt x="3241" y="303"/>
                </a:cubicBezTo>
                <a:cubicBezTo>
                  <a:pt x="3208" y="303"/>
                  <a:pt x="3208" y="303"/>
                  <a:pt x="3208" y="303"/>
                </a:cubicBezTo>
                <a:cubicBezTo>
                  <a:pt x="3159" y="129"/>
                  <a:pt x="3159" y="129"/>
                  <a:pt x="3159" y="129"/>
                </a:cubicBezTo>
                <a:cubicBezTo>
                  <a:pt x="3156" y="129"/>
                  <a:pt x="3156" y="129"/>
                  <a:pt x="3156" y="129"/>
                </a:cubicBezTo>
                <a:cubicBezTo>
                  <a:pt x="3107" y="303"/>
                  <a:pt x="3107" y="303"/>
                  <a:pt x="3107" y="303"/>
                </a:cubicBezTo>
                <a:cubicBezTo>
                  <a:pt x="3074" y="303"/>
                  <a:pt x="3074" y="303"/>
                  <a:pt x="3074" y="303"/>
                </a:cubicBezTo>
                <a:cubicBezTo>
                  <a:pt x="3006" y="76"/>
                  <a:pt x="3006" y="76"/>
                  <a:pt x="3006" y="76"/>
                </a:cubicBezTo>
                <a:cubicBezTo>
                  <a:pt x="3041" y="76"/>
                  <a:pt x="3041" y="76"/>
                  <a:pt x="3041" y="76"/>
                </a:cubicBezTo>
                <a:cubicBezTo>
                  <a:pt x="3089" y="249"/>
                  <a:pt x="3089" y="249"/>
                  <a:pt x="3089" y="249"/>
                </a:cubicBezTo>
                <a:cubicBezTo>
                  <a:pt x="3092" y="249"/>
                  <a:pt x="3092" y="249"/>
                  <a:pt x="3092" y="249"/>
                </a:cubicBezTo>
                <a:cubicBezTo>
                  <a:pt x="3140" y="76"/>
                  <a:pt x="3140" y="76"/>
                  <a:pt x="3140" y="76"/>
                </a:cubicBezTo>
                <a:cubicBezTo>
                  <a:pt x="3176" y="76"/>
                  <a:pt x="3176" y="76"/>
                  <a:pt x="3176" y="76"/>
                </a:cubicBezTo>
                <a:cubicBezTo>
                  <a:pt x="3223" y="248"/>
                  <a:pt x="3223" y="248"/>
                  <a:pt x="3223" y="248"/>
                </a:cubicBezTo>
                <a:cubicBezTo>
                  <a:pt x="3225" y="248"/>
                  <a:pt x="3225" y="248"/>
                  <a:pt x="3225" y="248"/>
                </a:cubicBezTo>
                <a:lnTo>
                  <a:pt x="3274" y="76"/>
                </a:lnTo>
                <a:close/>
                <a:moveTo>
                  <a:pt x="2944" y="233"/>
                </a:moveTo>
                <a:cubicBezTo>
                  <a:pt x="2940" y="245"/>
                  <a:pt x="2933" y="256"/>
                  <a:pt x="2922" y="264"/>
                </a:cubicBezTo>
                <a:cubicBezTo>
                  <a:pt x="2913" y="272"/>
                  <a:pt x="2900" y="275"/>
                  <a:pt x="2885" y="275"/>
                </a:cubicBezTo>
                <a:cubicBezTo>
                  <a:pt x="2870" y="275"/>
                  <a:pt x="2857" y="272"/>
                  <a:pt x="2848" y="264"/>
                </a:cubicBezTo>
                <a:cubicBezTo>
                  <a:pt x="2837" y="256"/>
                  <a:pt x="2830" y="245"/>
                  <a:pt x="2826" y="233"/>
                </a:cubicBezTo>
                <a:cubicBezTo>
                  <a:pt x="2821" y="219"/>
                  <a:pt x="2818" y="205"/>
                  <a:pt x="2818" y="190"/>
                </a:cubicBezTo>
                <a:cubicBezTo>
                  <a:pt x="2818" y="175"/>
                  <a:pt x="2821" y="160"/>
                  <a:pt x="2826" y="148"/>
                </a:cubicBezTo>
                <a:cubicBezTo>
                  <a:pt x="2830" y="134"/>
                  <a:pt x="2837" y="125"/>
                  <a:pt x="2848" y="116"/>
                </a:cubicBezTo>
                <a:cubicBezTo>
                  <a:pt x="2857" y="108"/>
                  <a:pt x="2870" y="104"/>
                  <a:pt x="2885" y="104"/>
                </a:cubicBezTo>
                <a:cubicBezTo>
                  <a:pt x="2900" y="104"/>
                  <a:pt x="2913" y="108"/>
                  <a:pt x="2922" y="116"/>
                </a:cubicBezTo>
                <a:cubicBezTo>
                  <a:pt x="2933" y="125"/>
                  <a:pt x="2940" y="134"/>
                  <a:pt x="2944" y="148"/>
                </a:cubicBezTo>
                <a:cubicBezTo>
                  <a:pt x="2949" y="160"/>
                  <a:pt x="2952" y="175"/>
                  <a:pt x="2952" y="190"/>
                </a:cubicBezTo>
                <a:cubicBezTo>
                  <a:pt x="2952" y="205"/>
                  <a:pt x="2949" y="219"/>
                  <a:pt x="2944" y="233"/>
                </a:cubicBezTo>
                <a:close/>
                <a:moveTo>
                  <a:pt x="2938" y="88"/>
                </a:moveTo>
                <a:cubicBezTo>
                  <a:pt x="2922" y="78"/>
                  <a:pt x="2905" y="73"/>
                  <a:pt x="2885" y="73"/>
                </a:cubicBezTo>
                <a:cubicBezTo>
                  <a:pt x="2865" y="73"/>
                  <a:pt x="2848" y="78"/>
                  <a:pt x="2832" y="88"/>
                </a:cubicBezTo>
                <a:cubicBezTo>
                  <a:pt x="2817" y="98"/>
                  <a:pt x="2806" y="111"/>
                  <a:pt x="2797" y="129"/>
                </a:cubicBezTo>
                <a:cubicBezTo>
                  <a:pt x="2788" y="146"/>
                  <a:pt x="2784" y="167"/>
                  <a:pt x="2784" y="190"/>
                </a:cubicBezTo>
                <a:cubicBezTo>
                  <a:pt x="2784" y="213"/>
                  <a:pt x="2788" y="234"/>
                  <a:pt x="2797" y="251"/>
                </a:cubicBezTo>
                <a:cubicBezTo>
                  <a:pt x="2806" y="269"/>
                  <a:pt x="2817" y="283"/>
                  <a:pt x="2832" y="292"/>
                </a:cubicBezTo>
                <a:cubicBezTo>
                  <a:pt x="2848" y="302"/>
                  <a:pt x="2865" y="307"/>
                  <a:pt x="2885" y="307"/>
                </a:cubicBezTo>
                <a:cubicBezTo>
                  <a:pt x="2905" y="307"/>
                  <a:pt x="2922" y="302"/>
                  <a:pt x="2938" y="292"/>
                </a:cubicBezTo>
                <a:cubicBezTo>
                  <a:pt x="2953" y="283"/>
                  <a:pt x="2964" y="269"/>
                  <a:pt x="2973" y="251"/>
                </a:cubicBezTo>
                <a:cubicBezTo>
                  <a:pt x="2982" y="234"/>
                  <a:pt x="2986" y="213"/>
                  <a:pt x="2986" y="190"/>
                </a:cubicBezTo>
                <a:cubicBezTo>
                  <a:pt x="2986" y="167"/>
                  <a:pt x="2982" y="146"/>
                  <a:pt x="2973" y="129"/>
                </a:cubicBezTo>
                <a:cubicBezTo>
                  <a:pt x="2964" y="111"/>
                  <a:pt x="2953" y="98"/>
                  <a:pt x="2938" y="88"/>
                </a:cubicBezTo>
                <a:close/>
                <a:moveTo>
                  <a:pt x="2761" y="72"/>
                </a:moveTo>
                <a:cubicBezTo>
                  <a:pt x="2764" y="72"/>
                  <a:pt x="2767" y="73"/>
                  <a:pt x="2769" y="73"/>
                </a:cubicBezTo>
                <a:cubicBezTo>
                  <a:pt x="2769" y="108"/>
                  <a:pt x="2769" y="108"/>
                  <a:pt x="2769" y="108"/>
                </a:cubicBezTo>
                <a:cubicBezTo>
                  <a:pt x="2768" y="108"/>
                  <a:pt x="2765" y="107"/>
                  <a:pt x="2762" y="107"/>
                </a:cubicBezTo>
                <a:cubicBezTo>
                  <a:pt x="2757" y="106"/>
                  <a:pt x="2753" y="106"/>
                  <a:pt x="2748" y="106"/>
                </a:cubicBezTo>
                <a:cubicBezTo>
                  <a:pt x="2738" y="106"/>
                  <a:pt x="2728" y="108"/>
                  <a:pt x="2720" y="113"/>
                </a:cubicBezTo>
                <a:cubicBezTo>
                  <a:pt x="2711" y="117"/>
                  <a:pt x="2704" y="124"/>
                  <a:pt x="2699" y="131"/>
                </a:cubicBezTo>
                <a:cubicBezTo>
                  <a:pt x="2695" y="140"/>
                  <a:pt x="2692" y="149"/>
                  <a:pt x="2692" y="159"/>
                </a:cubicBezTo>
                <a:cubicBezTo>
                  <a:pt x="2692" y="303"/>
                  <a:pt x="2692" y="303"/>
                  <a:pt x="2692" y="303"/>
                </a:cubicBezTo>
                <a:cubicBezTo>
                  <a:pt x="2657" y="303"/>
                  <a:pt x="2657" y="303"/>
                  <a:pt x="2657" y="303"/>
                </a:cubicBezTo>
                <a:cubicBezTo>
                  <a:pt x="2657" y="76"/>
                  <a:pt x="2657" y="76"/>
                  <a:pt x="2657" y="76"/>
                </a:cubicBezTo>
                <a:cubicBezTo>
                  <a:pt x="2691" y="76"/>
                  <a:pt x="2691" y="76"/>
                  <a:pt x="2691" y="76"/>
                </a:cubicBezTo>
                <a:cubicBezTo>
                  <a:pt x="2691" y="110"/>
                  <a:pt x="2691" y="110"/>
                  <a:pt x="2691" y="110"/>
                </a:cubicBezTo>
                <a:cubicBezTo>
                  <a:pt x="2693" y="110"/>
                  <a:pt x="2693" y="110"/>
                  <a:pt x="2693" y="110"/>
                </a:cubicBezTo>
                <a:cubicBezTo>
                  <a:pt x="2697" y="98"/>
                  <a:pt x="2704" y="89"/>
                  <a:pt x="2715" y="83"/>
                </a:cubicBezTo>
                <a:cubicBezTo>
                  <a:pt x="2726" y="76"/>
                  <a:pt x="2738" y="72"/>
                  <a:pt x="2751" y="72"/>
                </a:cubicBezTo>
                <a:cubicBezTo>
                  <a:pt x="2754" y="72"/>
                  <a:pt x="2757" y="72"/>
                  <a:pt x="2761" y="72"/>
                </a:cubicBezTo>
                <a:close/>
                <a:moveTo>
                  <a:pt x="2563" y="231"/>
                </a:moveTo>
                <a:cubicBezTo>
                  <a:pt x="2557" y="243"/>
                  <a:pt x="2550" y="251"/>
                  <a:pt x="2541" y="258"/>
                </a:cubicBezTo>
                <a:cubicBezTo>
                  <a:pt x="2531" y="265"/>
                  <a:pt x="2519" y="268"/>
                  <a:pt x="2506" y="268"/>
                </a:cubicBezTo>
                <a:cubicBezTo>
                  <a:pt x="2492" y="268"/>
                  <a:pt x="2479" y="264"/>
                  <a:pt x="2470" y="257"/>
                </a:cubicBezTo>
                <a:cubicBezTo>
                  <a:pt x="2460" y="250"/>
                  <a:pt x="2453" y="242"/>
                  <a:pt x="2448" y="229"/>
                </a:cubicBezTo>
                <a:cubicBezTo>
                  <a:pt x="2443" y="217"/>
                  <a:pt x="2441" y="203"/>
                  <a:pt x="2441" y="187"/>
                </a:cubicBezTo>
                <a:cubicBezTo>
                  <a:pt x="2441" y="172"/>
                  <a:pt x="2443" y="158"/>
                  <a:pt x="2448" y="145"/>
                </a:cubicBezTo>
                <a:cubicBezTo>
                  <a:pt x="2453" y="132"/>
                  <a:pt x="2460" y="123"/>
                  <a:pt x="2470" y="115"/>
                </a:cubicBezTo>
                <a:cubicBezTo>
                  <a:pt x="2479" y="108"/>
                  <a:pt x="2491" y="104"/>
                  <a:pt x="2506" y="104"/>
                </a:cubicBezTo>
                <a:cubicBezTo>
                  <a:pt x="2519" y="104"/>
                  <a:pt x="2531" y="108"/>
                  <a:pt x="2541" y="115"/>
                </a:cubicBezTo>
                <a:cubicBezTo>
                  <a:pt x="2550" y="122"/>
                  <a:pt x="2558" y="131"/>
                  <a:pt x="2563" y="144"/>
                </a:cubicBezTo>
                <a:cubicBezTo>
                  <a:pt x="2567" y="157"/>
                  <a:pt x="2569" y="171"/>
                  <a:pt x="2569" y="187"/>
                </a:cubicBezTo>
                <a:cubicBezTo>
                  <a:pt x="2569" y="204"/>
                  <a:pt x="2567" y="218"/>
                  <a:pt x="2563" y="231"/>
                </a:cubicBezTo>
                <a:close/>
                <a:moveTo>
                  <a:pt x="2570" y="112"/>
                </a:moveTo>
                <a:cubicBezTo>
                  <a:pt x="2566" y="112"/>
                  <a:pt x="2566" y="112"/>
                  <a:pt x="2566" y="112"/>
                </a:cubicBezTo>
                <a:cubicBezTo>
                  <a:pt x="2564" y="108"/>
                  <a:pt x="2561" y="103"/>
                  <a:pt x="2556" y="97"/>
                </a:cubicBezTo>
                <a:cubicBezTo>
                  <a:pt x="2551" y="90"/>
                  <a:pt x="2544" y="85"/>
                  <a:pt x="2537" y="80"/>
                </a:cubicBezTo>
                <a:cubicBezTo>
                  <a:pt x="2528" y="75"/>
                  <a:pt x="2517" y="73"/>
                  <a:pt x="2501" y="73"/>
                </a:cubicBezTo>
                <a:cubicBezTo>
                  <a:pt x="2483" y="73"/>
                  <a:pt x="2467" y="78"/>
                  <a:pt x="2453" y="87"/>
                </a:cubicBezTo>
                <a:cubicBezTo>
                  <a:pt x="2438" y="97"/>
                  <a:pt x="2427" y="110"/>
                  <a:pt x="2419" y="128"/>
                </a:cubicBezTo>
                <a:cubicBezTo>
                  <a:pt x="2410" y="144"/>
                  <a:pt x="2407" y="165"/>
                  <a:pt x="2407" y="188"/>
                </a:cubicBezTo>
                <a:cubicBezTo>
                  <a:pt x="2407" y="212"/>
                  <a:pt x="2410" y="232"/>
                  <a:pt x="2419" y="248"/>
                </a:cubicBezTo>
                <a:cubicBezTo>
                  <a:pt x="2428" y="265"/>
                  <a:pt x="2438" y="277"/>
                  <a:pt x="2453" y="286"/>
                </a:cubicBezTo>
                <a:cubicBezTo>
                  <a:pt x="2467" y="294"/>
                  <a:pt x="2483" y="299"/>
                  <a:pt x="2501" y="299"/>
                </a:cubicBezTo>
                <a:cubicBezTo>
                  <a:pt x="2516" y="299"/>
                  <a:pt x="2527" y="297"/>
                  <a:pt x="2536" y="292"/>
                </a:cubicBezTo>
                <a:cubicBezTo>
                  <a:pt x="2544" y="287"/>
                  <a:pt x="2551" y="282"/>
                  <a:pt x="2556" y="275"/>
                </a:cubicBezTo>
                <a:cubicBezTo>
                  <a:pt x="2560" y="270"/>
                  <a:pt x="2564" y="265"/>
                  <a:pt x="2566" y="261"/>
                </a:cubicBezTo>
                <a:cubicBezTo>
                  <a:pt x="2569" y="261"/>
                  <a:pt x="2569" y="261"/>
                  <a:pt x="2569" y="261"/>
                </a:cubicBezTo>
                <a:cubicBezTo>
                  <a:pt x="2569" y="307"/>
                  <a:pt x="2569" y="307"/>
                  <a:pt x="2569" y="307"/>
                </a:cubicBezTo>
                <a:cubicBezTo>
                  <a:pt x="2569" y="325"/>
                  <a:pt x="2564" y="339"/>
                  <a:pt x="2551" y="348"/>
                </a:cubicBezTo>
                <a:cubicBezTo>
                  <a:pt x="2540" y="357"/>
                  <a:pt x="2525" y="361"/>
                  <a:pt x="2507" y="361"/>
                </a:cubicBezTo>
                <a:cubicBezTo>
                  <a:pt x="2494" y="361"/>
                  <a:pt x="2482" y="359"/>
                  <a:pt x="2475" y="356"/>
                </a:cubicBezTo>
                <a:cubicBezTo>
                  <a:pt x="2466" y="352"/>
                  <a:pt x="2459" y="346"/>
                  <a:pt x="2454" y="342"/>
                </a:cubicBezTo>
                <a:cubicBezTo>
                  <a:pt x="2450" y="336"/>
                  <a:pt x="2446" y="331"/>
                  <a:pt x="2443" y="327"/>
                </a:cubicBezTo>
                <a:cubicBezTo>
                  <a:pt x="2416" y="346"/>
                  <a:pt x="2416" y="346"/>
                  <a:pt x="2416" y="346"/>
                </a:cubicBezTo>
                <a:cubicBezTo>
                  <a:pt x="2421" y="355"/>
                  <a:pt x="2427" y="362"/>
                  <a:pt x="2434" y="369"/>
                </a:cubicBezTo>
                <a:cubicBezTo>
                  <a:pt x="2443" y="376"/>
                  <a:pt x="2453" y="382"/>
                  <a:pt x="2464" y="386"/>
                </a:cubicBezTo>
                <a:cubicBezTo>
                  <a:pt x="2476" y="390"/>
                  <a:pt x="2491" y="392"/>
                  <a:pt x="2507" y="392"/>
                </a:cubicBezTo>
                <a:cubicBezTo>
                  <a:pt x="2524" y="392"/>
                  <a:pt x="2541" y="389"/>
                  <a:pt x="2556" y="384"/>
                </a:cubicBezTo>
                <a:cubicBezTo>
                  <a:pt x="2570" y="378"/>
                  <a:pt x="2582" y="369"/>
                  <a:pt x="2590" y="356"/>
                </a:cubicBezTo>
                <a:cubicBezTo>
                  <a:pt x="2599" y="345"/>
                  <a:pt x="2603" y="328"/>
                  <a:pt x="2603" y="309"/>
                </a:cubicBezTo>
                <a:cubicBezTo>
                  <a:pt x="2603" y="76"/>
                  <a:pt x="2603" y="76"/>
                  <a:pt x="2603" y="76"/>
                </a:cubicBezTo>
                <a:cubicBezTo>
                  <a:pt x="2570" y="76"/>
                  <a:pt x="2570" y="76"/>
                  <a:pt x="2570" y="76"/>
                </a:cubicBezTo>
                <a:lnTo>
                  <a:pt x="2570" y="112"/>
                </a:lnTo>
                <a:close/>
                <a:moveTo>
                  <a:pt x="2225" y="233"/>
                </a:moveTo>
                <a:cubicBezTo>
                  <a:pt x="2220" y="245"/>
                  <a:pt x="2212" y="256"/>
                  <a:pt x="2203" y="264"/>
                </a:cubicBezTo>
                <a:cubicBezTo>
                  <a:pt x="2193" y="272"/>
                  <a:pt x="2180" y="275"/>
                  <a:pt x="2165" y="275"/>
                </a:cubicBezTo>
                <a:cubicBezTo>
                  <a:pt x="2150" y="275"/>
                  <a:pt x="2137" y="272"/>
                  <a:pt x="2127" y="264"/>
                </a:cubicBezTo>
                <a:cubicBezTo>
                  <a:pt x="2118" y="256"/>
                  <a:pt x="2110" y="245"/>
                  <a:pt x="2105" y="233"/>
                </a:cubicBezTo>
                <a:cubicBezTo>
                  <a:pt x="2100" y="219"/>
                  <a:pt x="2098" y="205"/>
                  <a:pt x="2098" y="190"/>
                </a:cubicBezTo>
                <a:cubicBezTo>
                  <a:pt x="2098" y="175"/>
                  <a:pt x="2100" y="160"/>
                  <a:pt x="2105" y="148"/>
                </a:cubicBezTo>
                <a:cubicBezTo>
                  <a:pt x="2110" y="134"/>
                  <a:pt x="2118" y="125"/>
                  <a:pt x="2127" y="116"/>
                </a:cubicBezTo>
                <a:cubicBezTo>
                  <a:pt x="2137" y="108"/>
                  <a:pt x="2150" y="104"/>
                  <a:pt x="2165" y="104"/>
                </a:cubicBezTo>
                <a:cubicBezTo>
                  <a:pt x="2180" y="104"/>
                  <a:pt x="2193" y="108"/>
                  <a:pt x="2203" y="116"/>
                </a:cubicBezTo>
                <a:cubicBezTo>
                  <a:pt x="2212" y="125"/>
                  <a:pt x="2220" y="134"/>
                  <a:pt x="2225" y="148"/>
                </a:cubicBezTo>
                <a:cubicBezTo>
                  <a:pt x="2230" y="160"/>
                  <a:pt x="2231" y="175"/>
                  <a:pt x="2231" y="190"/>
                </a:cubicBezTo>
                <a:cubicBezTo>
                  <a:pt x="2231" y="205"/>
                  <a:pt x="2230" y="219"/>
                  <a:pt x="2225" y="233"/>
                </a:cubicBezTo>
                <a:close/>
                <a:moveTo>
                  <a:pt x="2218" y="88"/>
                </a:moveTo>
                <a:cubicBezTo>
                  <a:pt x="2203" y="78"/>
                  <a:pt x="2186" y="73"/>
                  <a:pt x="2165" y="73"/>
                </a:cubicBezTo>
                <a:cubicBezTo>
                  <a:pt x="2145" y="73"/>
                  <a:pt x="2127" y="78"/>
                  <a:pt x="2112" y="88"/>
                </a:cubicBezTo>
                <a:cubicBezTo>
                  <a:pt x="2097" y="98"/>
                  <a:pt x="2085" y="111"/>
                  <a:pt x="2076" y="129"/>
                </a:cubicBezTo>
                <a:cubicBezTo>
                  <a:pt x="2068" y="146"/>
                  <a:pt x="2064" y="167"/>
                  <a:pt x="2064" y="190"/>
                </a:cubicBezTo>
                <a:cubicBezTo>
                  <a:pt x="2064" y="213"/>
                  <a:pt x="2068" y="234"/>
                  <a:pt x="2076" y="251"/>
                </a:cubicBezTo>
                <a:cubicBezTo>
                  <a:pt x="2085" y="269"/>
                  <a:pt x="2097" y="283"/>
                  <a:pt x="2112" y="292"/>
                </a:cubicBezTo>
                <a:cubicBezTo>
                  <a:pt x="2127" y="302"/>
                  <a:pt x="2145" y="307"/>
                  <a:pt x="2165" y="307"/>
                </a:cubicBezTo>
                <a:cubicBezTo>
                  <a:pt x="2186" y="307"/>
                  <a:pt x="2203" y="302"/>
                  <a:pt x="2218" y="292"/>
                </a:cubicBezTo>
                <a:cubicBezTo>
                  <a:pt x="2233" y="283"/>
                  <a:pt x="2245" y="269"/>
                  <a:pt x="2253" y="251"/>
                </a:cubicBezTo>
                <a:cubicBezTo>
                  <a:pt x="2262" y="234"/>
                  <a:pt x="2266" y="213"/>
                  <a:pt x="2266" y="190"/>
                </a:cubicBezTo>
                <a:cubicBezTo>
                  <a:pt x="2266" y="167"/>
                  <a:pt x="2262" y="146"/>
                  <a:pt x="2253" y="129"/>
                </a:cubicBezTo>
                <a:cubicBezTo>
                  <a:pt x="2245" y="111"/>
                  <a:pt x="2233" y="98"/>
                  <a:pt x="2218" y="88"/>
                </a:cubicBezTo>
                <a:close/>
                <a:moveTo>
                  <a:pt x="2030" y="270"/>
                </a:moveTo>
                <a:cubicBezTo>
                  <a:pt x="2037" y="301"/>
                  <a:pt x="2037" y="301"/>
                  <a:pt x="2037" y="301"/>
                </a:cubicBezTo>
                <a:cubicBezTo>
                  <a:pt x="2035" y="302"/>
                  <a:pt x="2031" y="303"/>
                  <a:pt x="2028" y="304"/>
                </a:cubicBezTo>
                <a:cubicBezTo>
                  <a:pt x="2023" y="305"/>
                  <a:pt x="2018" y="306"/>
                  <a:pt x="2011" y="306"/>
                </a:cubicBezTo>
                <a:cubicBezTo>
                  <a:pt x="2002" y="306"/>
                  <a:pt x="1992" y="303"/>
                  <a:pt x="1984" y="299"/>
                </a:cubicBezTo>
                <a:cubicBezTo>
                  <a:pt x="1974" y="295"/>
                  <a:pt x="1966" y="288"/>
                  <a:pt x="1961" y="279"/>
                </a:cubicBezTo>
                <a:cubicBezTo>
                  <a:pt x="1954" y="271"/>
                  <a:pt x="1951" y="260"/>
                  <a:pt x="1951" y="247"/>
                </a:cubicBezTo>
                <a:cubicBezTo>
                  <a:pt x="1951" y="105"/>
                  <a:pt x="1951" y="105"/>
                  <a:pt x="1951" y="105"/>
                </a:cubicBezTo>
                <a:cubicBezTo>
                  <a:pt x="1918" y="105"/>
                  <a:pt x="1918" y="105"/>
                  <a:pt x="1918" y="105"/>
                </a:cubicBezTo>
                <a:cubicBezTo>
                  <a:pt x="1918" y="76"/>
                  <a:pt x="1918" y="76"/>
                  <a:pt x="1918" y="76"/>
                </a:cubicBezTo>
                <a:cubicBezTo>
                  <a:pt x="1951" y="76"/>
                  <a:pt x="1951" y="76"/>
                  <a:pt x="1951" y="76"/>
                </a:cubicBezTo>
                <a:cubicBezTo>
                  <a:pt x="1951" y="22"/>
                  <a:pt x="1951" y="22"/>
                  <a:pt x="1951" y="22"/>
                </a:cubicBezTo>
                <a:cubicBezTo>
                  <a:pt x="1986" y="22"/>
                  <a:pt x="1986" y="22"/>
                  <a:pt x="1986" y="22"/>
                </a:cubicBezTo>
                <a:cubicBezTo>
                  <a:pt x="1986" y="76"/>
                  <a:pt x="1986" y="76"/>
                  <a:pt x="1986" y="76"/>
                </a:cubicBezTo>
                <a:cubicBezTo>
                  <a:pt x="2033" y="76"/>
                  <a:pt x="2033" y="76"/>
                  <a:pt x="2033" y="76"/>
                </a:cubicBezTo>
                <a:cubicBezTo>
                  <a:pt x="2033" y="105"/>
                  <a:pt x="2033" y="105"/>
                  <a:pt x="2033" y="105"/>
                </a:cubicBezTo>
                <a:cubicBezTo>
                  <a:pt x="1986" y="105"/>
                  <a:pt x="1986" y="105"/>
                  <a:pt x="1986" y="105"/>
                </a:cubicBezTo>
                <a:cubicBezTo>
                  <a:pt x="1986" y="238"/>
                  <a:pt x="1986" y="238"/>
                  <a:pt x="1986" y="238"/>
                </a:cubicBezTo>
                <a:cubicBezTo>
                  <a:pt x="1986" y="247"/>
                  <a:pt x="1986" y="255"/>
                  <a:pt x="1989" y="260"/>
                </a:cubicBezTo>
                <a:cubicBezTo>
                  <a:pt x="1992" y="265"/>
                  <a:pt x="1996" y="268"/>
                  <a:pt x="2001" y="270"/>
                </a:cubicBezTo>
                <a:cubicBezTo>
                  <a:pt x="2006" y="271"/>
                  <a:pt x="2010" y="272"/>
                  <a:pt x="2015" y="272"/>
                </a:cubicBezTo>
                <a:cubicBezTo>
                  <a:pt x="2019" y="272"/>
                  <a:pt x="2022" y="272"/>
                  <a:pt x="2025" y="271"/>
                </a:cubicBezTo>
                <a:lnTo>
                  <a:pt x="2030" y="270"/>
                </a:lnTo>
                <a:close/>
                <a:moveTo>
                  <a:pt x="1771" y="201"/>
                </a:moveTo>
                <a:cubicBezTo>
                  <a:pt x="1781" y="211"/>
                  <a:pt x="1785" y="223"/>
                  <a:pt x="1785" y="240"/>
                </a:cubicBezTo>
                <a:cubicBezTo>
                  <a:pt x="1785" y="252"/>
                  <a:pt x="1782" y="264"/>
                  <a:pt x="1775" y="274"/>
                </a:cubicBezTo>
                <a:cubicBezTo>
                  <a:pt x="1767" y="284"/>
                  <a:pt x="1757" y="292"/>
                  <a:pt x="1744" y="298"/>
                </a:cubicBezTo>
                <a:cubicBezTo>
                  <a:pt x="1731" y="304"/>
                  <a:pt x="1716" y="307"/>
                  <a:pt x="1698" y="307"/>
                </a:cubicBezTo>
                <a:cubicBezTo>
                  <a:pt x="1676" y="307"/>
                  <a:pt x="1657" y="302"/>
                  <a:pt x="1642" y="292"/>
                </a:cubicBezTo>
                <a:cubicBezTo>
                  <a:pt x="1628" y="283"/>
                  <a:pt x="1618" y="268"/>
                  <a:pt x="1614" y="248"/>
                </a:cubicBezTo>
                <a:cubicBezTo>
                  <a:pt x="1647" y="240"/>
                  <a:pt x="1647" y="240"/>
                  <a:pt x="1647" y="240"/>
                </a:cubicBezTo>
                <a:cubicBezTo>
                  <a:pt x="1650" y="252"/>
                  <a:pt x="1655" y="261"/>
                  <a:pt x="1664" y="268"/>
                </a:cubicBezTo>
                <a:cubicBezTo>
                  <a:pt x="1673" y="274"/>
                  <a:pt x="1684" y="276"/>
                  <a:pt x="1698" y="276"/>
                </a:cubicBezTo>
                <a:cubicBezTo>
                  <a:pt x="1714" y="276"/>
                  <a:pt x="1727" y="273"/>
                  <a:pt x="1736" y="266"/>
                </a:cubicBezTo>
                <a:cubicBezTo>
                  <a:pt x="1745" y="259"/>
                  <a:pt x="1750" y="251"/>
                  <a:pt x="1750" y="242"/>
                </a:cubicBezTo>
                <a:cubicBezTo>
                  <a:pt x="1750" y="233"/>
                  <a:pt x="1747" y="227"/>
                  <a:pt x="1742" y="221"/>
                </a:cubicBezTo>
                <a:cubicBezTo>
                  <a:pt x="1737" y="216"/>
                  <a:pt x="1728" y="212"/>
                  <a:pt x="1718" y="210"/>
                </a:cubicBezTo>
                <a:cubicBezTo>
                  <a:pt x="1680" y="201"/>
                  <a:pt x="1680" y="201"/>
                  <a:pt x="1680" y="201"/>
                </a:cubicBezTo>
                <a:cubicBezTo>
                  <a:pt x="1660" y="196"/>
                  <a:pt x="1645" y="188"/>
                  <a:pt x="1635" y="177"/>
                </a:cubicBezTo>
                <a:cubicBezTo>
                  <a:pt x="1626" y="167"/>
                  <a:pt x="1621" y="154"/>
                  <a:pt x="1621" y="139"/>
                </a:cubicBezTo>
                <a:cubicBezTo>
                  <a:pt x="1621" y="126"/>
                  <a:pt x="1625" y="114"/>
                  <a:pt x="1631" y="104"/>
                </a:cubicBezTo>
                <a:cubicBezTo>
                  <a:pt x="1639" y="95"/>
                  <a:pt x="1649" y="87"/>
                  <a:pt x="1661" y="81"/>
                </a:cubicBezTo>
                <a:cubicBezTo>
                  <a:pt x="1674" y="76"/>
                  <a:pt x="1687" y="73"/>
                  <a:pt x="1702" y="73"/>
                </a:cubicBezTo>
                <a:cubicBezTo>
                  <a:pt x="1725" y="73"/>
                  <a:pt x="1742" y="78"/>
                  <a:pt x="1755" y="88"/>
                </a:cubicBezTo>
                <a:cubicBezTo>
                  <a:pt x="1767" y="98"/>
                  <a:pt x="1776" y="110"/>
                  <a:pt x="1782" y="127"/>
                </a:cubicBezTo>
                <a:cubicBezTo>
                  <a:pt x="1751" y="135"/>
                  <a:pt x="1751" y="135"/>
                  <a:pt x="1751" y="135"/>
                </a:cubicBezTo>
                <a:cubicBezTo>
                  <a:pt x="1749" y="130"/>
                  <a:pt x="1746" y="125"/>
                  <a:pt x="1742" y="120"/>
                </a:cubicBezTo>
                <a:cubicBezTo>
                  <a:pt x="1739" y="115"/>
                  <a:pt x="1734" y="111"/>
                  <a:pt x="1727" y="108"/>
                </a:cubicBezTo>
                <a:cubicBezTo>
                  <a:pt x="1720" y="104"/>
                  <a:pt x="1713" y="103"/>
                  <a:pt x="1702" y="103"/>
                </a:cubicBezTo>
                <a:cubicBezTo>
                  <a:pt x="1689" y="103"/>
                  <a:pt x="1677" y="106"/>
                  <a:pt x="1669" y="112"/>
                </a:cubicBezTo>
                <a:cubicBezTo>
                  <a:pt x="1659" y="119"/>
                  <a:pt x="1655" y="127"/>
                  <a:pt x="1655" y="136"/>
                </a:cubicBezTo>
                <a:cubicBezTo>
                  <a:pt x="1655" y="145"/>
                  <a:pt x="1658" y="152"/>
                  <a:pt x="1664" y="157"/>
                </a:cubicBezTo>
                <a:cubicBezTo>
                  <a:pt x="1671" y="162"/>
                  <a:pt x="1680" y="167"/>
                  <a:pt x="1694" y="170"/>
                </a:cubicBezTo>
                <a:cubicBezTo>
                  <a:pt x="1726" y="178"/>
                  <a:pt x="1726" y="178"/>
                  <a:pt x="1726" y="178"/>
                </a:cubicBezTo>
                <a:cubicBezTo>
                  <a:pt x="1746" y="183"/>
                  <a:pt x="1762" y="190"/>
                  <a:pt x="1771" y="201"/>
                </a:cubicBezTo>
                <a:close/>
                <a:moveTo>
                  <a:pt x="1581" y="270"/>
                </a:moveTo>
                <a:cubicBezTo>
                  <a:pt x="1588" y="301"/>
                  <a:pt x="1588" y="301"/>
                  <a:pt x="1588" y="301"/>
                </a:cubicBezTo>
                <a:cubicBezTo>
                  <a:pt x="1586" y="302"/>
                  <a:pt x="1583" y="303"/>
                  <a:pt x="1579" y="304"/>
                </a:cubicBezTo>
                <a:cubicBezTo>
                  <a:pt x="1574" y="305"/>
                  <a:pt x="1569" y="306"/>
                  <a:pt x="1563" y="306"/>
                </a:cubicBezTo>
                <a:cubicBezTo>
                  <a:pt x="1553" y="306"/>
                  <a:pt x="1543" y="303"/>
                  <a:pt x="1534" y="299"/>
                </a:cubicBezTo>
                <a:cubicBezTo>
                  <a:pt x="1525" y="295"/>
                  <a:pt x="1518" y="288"/>
                  <a:pt x="1511" y="279"/>
                </a:cubicBezTo>
                <a:cubicBezTo>
                  <a:pt x="1505" y="271"/>
                  <a:pt x="1502" y="260"/>
                  <a:pt x="1502" y="247"/>
                </a:cubicBezTo>
                <a:cubicBezTo>
                  <a:pt x="1502" y="105"/>
                  <a:pt x="1502" y="105"/>
                  <a:pt x="1502" y="105"/>
                </a:cubicBezTo>
                <a:cubicBezTo>
                  <a:pt x="1469" y="105"/>
                  <a:pt x="1469" y="105"/>
                  <a:pt x="1469" y="105"/>
                </a:cubicBezTo>
                <a:cubicBezTo>
                  <a:pt x="1469" y="76"/>
                  <a:pt x="1469" y="76"/>
                  <a:pt x="1469" y="76"/>
                </a:cubicBezTo>
                <a:cubicBezTo>
                  <a:pt x="1502" y="76"/>
                  <a:pt x="1502" y="76"/>
                  <a:pt x="1502" y="76"/>
                </a:cubicBezTo>
                <a:cubicBezTo>
                  <a:pt x="1502" y="22"/>
                  <a:pt x="1502" y="22"/>
                  <a:pt x="1502" y="22"/>
                </a:cubicBezTo>
                <a:cubicBezTo>
                  <a:pt x="1537" y="22"/>
                  <a:pt x="1537" y="22"/>
                  <a:pt x="1537" y="22"/>
                </a:cubicBezTo>
                <a:cubicBezTo>
                  <a:pt x="1537" y="76"/>
                  <a:pt x="1537" y="76"/>
                  <a:pt x="1537" y="76"/>
                </a:cubicBezTo>
                <a:cubicBezTo>
                  <a:pt x="1584" y="76"/>
                  <a:pt x="1584" y="76"/>
                  <a:pt x="1584" y="76"/>
                </a:cubicBezTo>
                <a:cubicBezTo>
                  <a:pt x="1584" y="105"/>
                  <a:pt x="1584" y="105"/>
                  <a:pt x="1584" y="105"/>
                </a:cubicBezTo>
                <a:cubicBezTo>
                  <a:pt x="1537" y="105"/>
                  <a:pt x="1537" y="105"/>
                  <a:pt x="1537" y="105"/>
                </a:cubicBezTo>
                <a:cubicBezTo>
                  <a:pt x="1537" y="238"/>
                  <a:pt x="1537" y="238"/>
                  <a:pt x="1537" y="238"/>
                </a:cubicBezTo>
                <a:cubicBezTo>
                  <a:pt x="1537" y="247"/>
                  <a:pt x="1538" y="255"/>
                  <a:pt x="1541" y="260"/>
                </a:cubicBezTo>
                <a:cubicBezTo>
                  <a:pt x="1543" y="265"/>
                  <a:pt x="1547" y="268"/>
                  <a:pt x="1552" y="270"/>
                </a:cubicBezTo>
                <a:cubicBezTo>
                  <a:pt x="1556" y="271"/>
                  <a:pt x="1561" y="272"/>
                  <a:pt x="1566" y="272"/>
                </a:cubicBezTo>
                <a:cubicBezTo>
                  <a:pt x="1570" y="272"/>
                  <a:pt x="1573" y="272"/>
                  <a:pt x="1575" y="271"/>
                </a:cubicBezTo>
                <a:lnTo>
                  <a:pt x="1581" y="270"/>
                </a:lnTo>
                <a:close/>
                <a:moveTo>
                  <a:pt x="1424" y="110"/>
                </a:moveTo>
                <a:cubicBezTo>
                  <a:pt x="1430" y="123"/>
                  <a:pt x="1432" y="140"/>
                  <a:pt x="1432" y="159"/>
                </a:cubicBezTo>
                <a:cubicBezTo>
                  <a:pt x="1432" y="303"/>
                  <a:pt x="1432" y="303"/>
                  <a:pt x="1432" y="303"/>
                </a:cubicBezTo>
                <a:cubicBezTo>
                  <a:pt x="1399" y="303"/>
                  <a:pt x="1399" y="303"/>
                  <a:pt x="1399" y="303"/>
                </a:cubicBezTo>
                <a:cubicBezTo>
                  <a:pt x="1399" y="160"/>
                  <a:pt x="1399" y="160"/>
                  <a:pt x="1399" y="160"/>
                </a:cubicBezTo>
                <a:cubicBezTo>
                  <a:pt x="1399" y="143"/>
                  <a:pt x="1394" y="129"/>
                  <a:pt x="1385" y="119"/>
                </a:cubicBezTo>
                <a:cubicBezTo>
                  <a:pt x="1376" y="109"/>
                  <a:pt x="1364" y="104"/>
                  <a:pt x="1347" y="104"/>
                </a:cubicBezTo>
                <a:cubicBezTo>
                  <a:pt x="1337" y="104"/>
                  <a:pt x="1327" y="106"/>
                  <a:pt x="1319" y="111"/>
                </a:cubicBezTo>
                <a:cubicBezTo>
                  <a:pt x="1310" y="116"/>
                  <a:pt x="1303" y="123"/>
                  <a:pt x="1298" y="132"/>
                </a:cubicBezTo>
                <a:cubicBezTo>
                  <a:pt x="1293" y="142"/>
                  <a:pt x="1291" y="153"/>
                  <a:pt x="1291" y="167"/>
                </a:cubicBezTo>
                <a:cubicBezTo>
                  <a:pt x="1291" y="303"/>
                  <a:pt x="1291" y="303"/>
                  <a:pt x="1291" y="303"/>
                </a:cubicBezTo>
                <a:cubicBezTo>
                  <a:pt x="1256" y="303"/>
                  <a:pt x="1256" y="303"/>
                  <a:pt x="1256" y="303"/>
                </a:cubicBezTo>
                <a:cubicBezTo>
                  <a:pt x="1256" y="76"/>
                  <a:pt x="1256" y="76"/>
                  <a:pt x="1256" y="76"/>
                </a:cubicBezTo>
                <a:cubicBezTo>
                  <a:pt x="1290" y="76"/>
                  <a:pt x="1290" y="76"/>
                  <a:pt x="1290" y="76"/>
                </a:cubicBezTo>
                <a:cubicBezTo>
                  <a:pt x="1290" y="111"/>
                  <a:pt x="1290" y="111"/>
                  <a:pt x="1290" y="111"/>
                </a:cubicBezTo>
                <a:cubicBezTo>
                  <a:pt x="1293" y="111"/>
                  <a:pt x="1293" y="111"/>
                  <a:pt x="1293" y="111"/>
                </a:cubicBezTo>
                <a:cubicBezTo>
                  <a:pt x="1297" y="99"/>
                  <a:pt x="1305" y="90"/>
                  <a:pt x="1317" y="84"/>
                </a:cubicBezTo>
                <a:cubicBezTo>
                  <a:pt x="1327" y="76"/>
                  <a:pt x="1341" y="73"/>
                  <a:pt x="1358" y="73"/>
                </a:cubicBezTo>
                <a:cubicBezTo>
                  <a:pt x="1372" y="73"/>
                  <a:pt x="1386" y="76"/>
                  <a:pt x="1397" y="82"/>
                </a:cubicBezTo>
                <a:cubicBezTo>
                  <a:pt x="1408" y="88"/>
                  <a:pt x="1417" y="98"/>
                  <a:pt x="1424" y="110"/>
                </a:cubicBezTo>
                <a:close/>
                <a:moveTo>
                  <a:pt x="1052" y="170"/>
                </a:moveTo>
                <a:cubicBezTo>
                  <a:pt x="1052" y="160"/>
                  <a:pt x="1054" y="150"/>
                  <a:pt x="1058" y="141"/>
                </a:cubicBezTo>
                <a:cubicBezTo>
                  <a:pt x="1064" y="130"/>
                  <a:pt x="1072" y="121"/>
                  <a:pt x="1081" y="114"/>
                </a:cubicBezTo>
                <a:cubicBezTo>
                  <a:pt x="1092" y="107"/>
                  <a:pt x="1103" y="104"/>
                  <a:pt x="1117" y="104"/>
                </a:cubicBezTo>
                <a:cubicBezTo>
                  <a:pt x="1129" y="104"/>
                  <a:pt x="1140" y="107"/>
                  <a:pt x="1149" y="113"/>
                </a:cubicBezTo>
                <a:cubicBezTo>
                  <a:pt x="1158" y="119"/>
                  <a:pt x="1165" y="127"/>
                  <a:pt x="1170" y="136"/>
                </a:cubicBezTo>
                <a:cubicBezTo>
                  <a:pt x="1175" y="147"/>
                  <a:pt x="1178" y="158"/>
                  <a:pt x="1178" y="170"/>
                </a:cubicBezTo>
                <a:lnTo>
                  <a:pt x="1052" y="170"/>
                </a:lnTo>
                <a:close/>
                <a:moveTo>
                  <a:pt x="1182" y="98"/>
                </a:moveTo>
                <a:cubicBezTo>
                  <a:pt x="1173" y="88"/>
                  <a:pt x="1163" y="83"/>
                  <a:pt x="1151" y="79"/>
                </a:cubicBezTo>
                <a:cubicBezTo>
                  <a:pt x="1140" y="75"/>
                  <a:pt x="1128" y="73"/>
                  <a:pt x="1117" y="73"/>
                </a:cubicBezTo>
                <a:cubicBezTo>
                  <a:pt x="1097" y="73"/>
                  <a:pt x="1079" y="78"/>
                  <a:pt x="1064" y="88"/>
                </a:cubicBezTo>
                <a:cubicBezTo>
                  <a:pt x="1049" y="98"/>
                  <a:pt x="1037" y="112"/>
                  <a:pt x="1029" y="129"/>
                </a:cubicBezTo>
                <a:cubicBezTo>
                  <a:pt x="1021" y="147"/>
                  <a:pt x="1016" y="168"/>
                  <a:pt x="1016" y="191"/>
                </a:cubicBezTo>
                <a:cubicBezTo>
                  <a:pt x="1016" y="214"/>
                  <a:pt x="1021" y="235"/>
                  <a:pt x="1029" y="252"/>
                </a:cubicBezTo>
                <a:cubicBezTo>
                  <a:pt x="1037" y="270"/>
                  <a:pt x="1050" y="284"/>
                  <a:pt x="1065" y="292"/>
                </a:cubicBezTo>
                <a:cubicBezTo>
                  <a:pt x="1080" y="302"/>
                  <a:pt x="1098" y="307"/>
                  <a:pt x="1120" y="307"/>
                </a:cubicBezTo>
                <a:cubicBezTo>
                  <a:pt x="1135" y="307"/>
                  <a:pt x="1149" y="305"/>
                  <a:pt x="1161" y="300"/>
                </a:cubicBezTo>
                <a:cubicBezTo>
                  <a:pt x="1173" y="295"/>
                  <a:pt x="1184" y="288"/>
                  <a:pt x="1191" y="279"/>
                </a:cubicBezTo>
                <a:cubicBezTo>
                  <a:pt x="1200" y="272"/>
                  <a:pt x="1206" y="261"/>
                  <a:pt x="1208" y="250"/>
                </a:cubicBezTo>
                <a:cubicBezTo>
                  <a:pt x="1176" y="241"/>
                  <a:pt x="1176" y="241"/>
                  <a:pt x="1176" y="241"/>
                </a:cubicBezTo>
                <a:cubicBezTo>
                  <a:pt x="1173" y="248"/>
                  <a:pt x="1169" y="255"/>
                  <a:pt x="1163" y="260"/>
                </a:cubicBezTo>
                <a:cubicBezTo>
                  <a:pt x="1158" y="266"/>
                  <a:pt x="1152" y="270"/>
                  <a:pt x="1144" y="272"/>
                </a:cubicBezTo>
                <a:cubicBezTo>
                  <a:pt x="1138" y="274"/>
                  <a:pt x="1129" y="275"/>
                  <a:pt x="1120" y="275"/>
                </a:cubicBezTo>
                <a:cubicBezTo>
                  <a:pt x="1106" y="275"/>
                  <a:pt x="1095" y="273"/>
                  <a:pt x="1084" y="267"/>
                </a:cubicBezTo>
                <a:cubicBezTo>
                  <a:pt x="1074" y="260"/>
                  <a:pt x="1065" y="251"/>
                  <a:pt x="1059" y="240"/>
                </a:cubicBezTo>
                <a:cubicBezTo>
                  <a:pt x="1054" y="229"/>
                  <a:pt x="1052" y="216"/>
                  <a:pt x="1051" y="201"/>
                </a:cubicBezTo>
                <a:cubicBezTo>
                  <a:pt x="1212" y="201"/>
                  <a:pt x="1212" y="201"/>
                  <a:pt x="1212" y="201"/>
                </a:cubicBezTo>
                <a:cubicBezTo>
                  <a:pt x="1212" y="186"/>
                  <a:pt x="1212" y="186"/>
                  <a:pt x="1212" y="186"/>
                </a:cubicBezTo>
                <a:cubicBezTo>
                  <a:pt x="1212" y="165"/>
                  <a:pt x="1209" y="147"/>
                  <a:pt x="1204" y="132"/>
                </a:cubicBezTo>
                <a:cubicBezTo>
                  <a:pt x="1199" y="118"/>
                  <a:pt x="1191" y="107"/>
                  <a:pt x="1182" y="98"/>
                </a:cubicBezTo>
                <a:close/>
                <a:moveTo>
                  <a:pt x="953" y="92"/>
                </a:moveTo>
                <a:cubicBezTo>
                  <a:pt x="966" y="104"/>
                  <a:pt x="972" y="124"/>
                  <a:pt x="972" y="151"/>
                </a:cubicBezTo>
                <a:cubicBezTo>
                  <a:pt x="972" y="303"/>
                  <a:pt x="972" y="303"/>
                  <a:pt x="972" y="303"/>
                </a:cubicBezTo>
                <a:cubicBezTo>
                  <a:pt x="938" y="303"/>
                  <a:pt x="938" y="303"/>
                  <a:pt x="938" y="303"/>
                </a:cubicBezTo>
                <a:cubicBezTo>
                  <a:pt x="938" y="151"/>
                  <a:pt x="938" y="151"/>
                  <a:pt x="938" y="151"/>
                </a:cubicBezTo>
                <a:cubicBezTo>
                  <a:pt x="938" y="134"/>
                  <a:pt x="934" y="122"/>
                  <a:pt x="924" y="115"/>
                </a:cubicBezTo>
                <a:cubicBezTo>
                  <a:pt x="916" y="108"/>
                  <a:pt x="905" y="104"/>
                  <a:pt x="893" y="104"/>
                </a:cubicBezTo>
                <a:cubicBezTo>
                  <a:pt x="877" y="104"/>
                  <a:pt x="865" y="109"/>
                  <a:pt x="856" y="119"/>
                </a:cubicBezTo>
                <a:cubicBezTo>
                  <a:pt x="848" y="129"/>
                  <a:pt x="844" y="140"/>
                  <a:pt x="844" y="155"/>
                </a:cubicBezTo>
                <a:cubicBezTo>
                  <a:pt x="844" y="303"/>
                  <a:pt x="844" y="303"/>
                  <a:pt x="844" y="303"/>
                </a:cubicBezTo>
                <a:cubicBezTo>
                  <a:pt x="808" y="303"/>
                  <a:pt x="808" y="303"/>
                  <a:pt x="808" y="303"/>
                </a:cubicBezTo>
                <a:cubicBezTo>
                  <a:pt x="808" y="147"/>
                  <a:pt x="808" y="147"/>
                  <a:pt x="808" y="147"/>
                </a:cubicBezTo>
                <a:cubicBezTo>
                  <a:pt x="808" y="134"/>
                  <a:pt x="805" y="124"/>
                  <a:pt x="796" y="116"/>
                </a:cubicBezTo>
                <a:cubicBezTo>
                  <a:pt x="788" y="108"/>
                  <a:pt x="778" y="104"/>
                  <a:pt x="764" y="104"/>
                </a:cubicBezTo>
                <a:cubicBezTo>
                  <a:pt x="756" y="104"/>
                  <a:pt x="747" y="106"/>
                  <a:pt x="740" y="111"/>
                </a:cubicBezTo>
                <a:cubicBezTo>
                  <a:pt x="732" y="116"/>
                  <a:pt x="726" y="123"/>
                  <a:pt x="721" y="131"/>
                </a:cubicBezTo>
                <a:cubicBezTo>
                  <a:pt x="717" y="140"/>
                  <a:pt x="714" y="150"/>
                  <a:pt x="714" y="160"/>
                </a:cubicBezTo>
                <a:cubicBezTo>
                  <a:pt x="714" y="303"/>
                  <a:pt x="714" y="303"/>
                  <a:pt x="714" y="303"/>
                </a:cubicBezTo>
                <a:cubicBezTo>
                  <a:pt x="680" y="303"/>
                  <a:pt x="680" y="303"/>
                  <a:pt x="680" y="303"/>
                </a:cubicBezTo>
                <a:cubicBezTo>
                  <a:pt x="680" y="76"/>
                  <a:pt x="680" y="76"/>
                  <a:pt x="680" y="76"/>
                </a:cubicBezTo>
                <a:cubicBezTo>
                  <a:pt x="713" y="76"/>
                  <a:pt x="713" y="76"/>
                  <a:pt x="713" y="76"/>
                </a:cubicBezTo>
                <a:cubicBezTo>
                  <a:pt x="713" y="111"/>
                  <a:pt x="713" y="111"/>
                  <a:pt x="713" y="111"/>
                </a:cubicBezTo>
                <a:cubicBezTo>
                  <a:pt x="716" y="111"/>
                  <a:pt x="716" y="111"/>
                  <a:pt x="716" y="111"/>
                </a:cubicBezTo>
                <a:cubicBezTo>
                  <a:pt x="720" y="99"/>
                  <a:pt x="728" y="89"/>
                  <a:pt x="739" y="83"/>
                </a:cubicBezTo>
                <a:cubicBezTo>
                  <a:pt x="749" y="76"/>
                  <a:pt x="762" y="73"/>
                  <a:pt x="776" y="73"/>
                </a:cubicBezTo>
                <a:cubicBezTo>
                  <a:pt x="790" y="73"/>
                  <a:pt x="803" y="76"/>
                  <a:pt x="812" y="83"/>
                </a:cubicBezTo>
                <a:cubicBezTo>
                  <a:pt x="822" y="89"/>
                  <a:pt x="830" y="99"/>
                  <a:pt x="835" y="111"/>
                </a:cubicBezTo>
                <a:cubicBezTo>
                  <a:pt x="838" y="111"/>
                  <a:pt x="838" y="111"/>
                  <a:pt x="838" y="111"/>
                </a:cubicBezTo>
                <a:cubicBezTo>
                  <a:pt x="844" y="99"/>
                  <a:pt x="852" y="90"/>
                  <a:pt x="863" y="83"/>
                </a:cubicBezTo>
                <a:cubicBezTo>
                  <a:pt x="875" y="76"/>
                  <a:pt x="889" y="73"/>
                  <a:pt x="904" y="73"/>
                </a:cubicBezTo>
                <a:cubicBezTo>
                  <a:pt x="924" y="73"/>
                  <a:pt x="941" y="79"/>
                  <a:pt x="953" y="92"/>
                </a:cubicBezTo>
                <a:close/>
                <a:moveTo>
                  <a:pt x="606" y="76"/>
                </a:moveTo>
                <a:cubicBezTo>
                  <a:pt x="643" y="76"/>
                  <a:pt x="643" y="76"/>
                  <a:pt x="643" y="76"/>
                </a:cubicBezTo>
                <a:cubicBezTo>
                  <a:pt x="548" y="336"/>
                  <a:pt x="548" y="336"/>
                  <a:pt x="548" y="336"/>
                </a:cubicBezTo>
                <a:cubicBezTo>
                  <a:pt x="544" y="347"/>
                  <a:pt x="539" y="356"/>
                  <a:pt x="533" y="364"/>
                </a:cubicBezTo>
                <a:cubicBezTo>
                  <a:pt x="526" y="372"/>
                  <a:pt x="519" y="378"/>
                  <a:pt x="511" y="382"/>
                </a:cubicBezTo>
                <a:cubicBezTo>
                  <a:pt x="502" y="386"/>
                  <a:pt x="493" y="387"/>
                  <a:pt x="483" y="387"/>
                </a:cubicBezTo>
                <a:cubicBezTo>
                  <a:pt x="477" y="387"/>
                  <a:pt x="472" y="387"/>
                  <a:pt x="467" y="386"/>
                </a:cubicBezTo>
                <a:cubicBezTo>
                  <a:pt x="463" y="385"/>
                  <a:pt x="459" y="385"/>
                  <a:pt x="458" y="384"/>
                </a:cubicBezTo>
                <a:cubicBezTo>
                  <a:pt x="467" y="353"/>
                  <a:pt x="467" y="353"/>
                  <a:pt x="467" y="353"/>
                </a:cubicBezTo>
                <a:cubicBezTo>
                  <a:pt x="474" y="355"/>
                  <a:pt x="482" y="356"/>
                  <a:pt x="489" y="356"/>
                </a:cubicBezTo>
                <a:cubicBezTo>
                  <a:pt x="495" y="355"/>
                  <a:pt x="500" y="352"/>
                  <a:pt x="506" y="346"/>
                </a:cubicBezTo>
                <a:cubicBezTo>
                  <a:pt x="511" y="341"/>
                  <a:pt x="516" y="333"/>
                  <a:pt x="519" y="321"/>
                </a:cubicBezTo>
                <a:cubicBezTo>
                  <a:pt x="526" y="304"/>
                  <a:pt x="526" y="304"/>
                  <a:pt x="526" y="304"/>
                </a:cubicBezTo>
                <a:cubicBezTo>
                  <a:pt x="443" y="76"/>
                  <a:pt x="443" y="76"/>
                  <a:pt x="443" y="76"/>
                </a:cubicBezTo>
                <a:cubicBezTo>
                  <a:pt x="480" y="76"/>
                  <a:pt x="480" y="76"/>
                  <a:pt x="480" y="76"/>
                </a:cubicBezTo>
                <a:cubicBezTo>
                  <a:pt x="541" y="256"/>
                  <a:pt x="541" y="256"/>
                  <a:pt x="541" y="256"/>
                </a:cubicBezTo>
                <a:cubicBezTo>
                  <a:pt x="544" y="256"/>
                  <a:pt x="544" y="256"/>
                  <a:pt x="544" y="256"/>
                </a:cubicBezTo>
                <a:lnTo>
                  <a:pt x="606" y="76"/>
                </a:lnTo>
                <a:close/>
                <a:moveTo>
                  <a:pt x="380" y="220"/>
                </a:moveTo>
                <a:cubicBezTo>
                  <a:pt x="380" y="230"/>
                  <a:pt x="378" y="239"/>
                  <a:pt x="373" y="247"/>
                </a:cubicBezTo>
                <a:cubicBezTo>
                  <a:pt x="368" y="256"/>
                  <a:pt x="361" y="263"/>
                  <a:pt x="351" y="269"/>
                </a:cubicBezTo>
                <a:cubicBezTo>
                  <a:pt x="342" y="274"/>
                  <a:pt x="331" y="276"/>
                  <a:pt x="318" y="276"/>
                </a:cubicBezTo>
                <a:cubicBezTo>
                  <a:pt x="303" y="276"/>
                  <a:pt x="293" y="274"/>
                  <a:pt x="283" y="267"/>
                </a:cubicBezTo>
                <a:cubicBezTo>
                  <a:pt x="275" y="261"/>
                  <a:pt x="271" y="252"/>
                  <a:pt x="271" y="240"/>
                </a:cubicBezTo>
                <a:cubicBezTo>
                  <a:pt x="271" y="231"/>
                  <a:pt x="273" y="224"/>
                  <a:pt x="277" y="219"/>
                </a:cubicBezTo>
                <a:cubicBezTo>
                  <a:pt x="282" y="213"/>
                  <a:pt x="288" y="210"/>
                  <a:pt x="296" y="207"/>
                </a:cubicBezTo>
                <a:cubicBezTo>
                  <a:pt x="303" y="204"/>
                  <a:pt x="312" y="202"/>
                  <a:pt x="320" y="201"/>
                </a:cubicBezTo>
                <a:cubicBezTo>
                  <a:pt x="324" y="201"/>
                  <a:pt x="329" y="201"/>
                  <a:pt x="335" y="200"/>
                </a:cubicBezTo>
                <a:cubicBezTo>
                  <a:pt x="341" y="199"/>
                  <a:pt x="347" y="198"/>
                  <a:pt x="354" y="197"/>
                </a:cubicBezTo>
                <a:cubicBezTo>
                  <a:pt x="360" y="196"/>
                  <a:pt x="365" y="195"/>
                  <a:pt x="370" y="194"/>
                </a:cubicBezTo>
                <a:cubicBezTo>
                  <a:pt x="375" y="192"/>
                  <a:pt x="379" y="190"/>
                  <a:pt x="380" y="189"/>
                </a:cubicBezTo>
                <a:lnTo>
                  <a:pt x="380" y="220"/>
                </a:lnTo>
                <a:close/>
                <a:moveTo>
                  <a:pt x="384" y="86"/>
                </a:moveTo>
                <a:cubicBezTo>
                  <a:pt x="375" y="81"/>
                  <a:pt x="365" y="77"/>
                  <a:pt x="357" y="75"/>
                </a:cubicBezTo>
                <a:cubicBezTo>
                  <a:pt x="347" y="74"/>
                  <a:pt x="339" y="73"/>
                  <a:pt x="332" y="73"/>
                </a:cubicBezTo>
                <a:cubicBezTo>
                  <a:pt x="320" y="73"/>
                  <a:pt x="309" y="74"/>
                  <a:pt x="297" y="78"/>
                </a:cubicBezTo>
                <a:cubicBezTo>
                  <a:pt x="286" y="81"/>
                  <a:pt x="275" y="86"/>
                  <a:pt x="266" y="94"/>
                </a:cubicBezTo>
                <a:cubicBezTo>
                  <a:pt x="256" y="101"/>
                  <a:pt x="248" y="112"/>
                  <a:pt x="242" y="126"/>
                </a:cubicBezTo>
                <a:cubicBezTo>
                  <a:pt x="275" y="137"/>
                  <a:pt x="275" y="137"/>
                  <a:pt x="275" y="137"/>
                </a:cubicBezTo>
                <a:cubicBezTo>
                  <a:pt x="278" y="129"/>
                  <a:pt x="285" y="122"/>
                  <a:pt x="295" y="115"/>
                </a:cubicBezTo>
                <a:cubicBezTo>
                  <a:pt x="304" y="107"/>
                  <a:pt x="317" y="103"/>
                  <a:pt x="333" y="103"/>
                </a:cubicBezTo>
                <a:cubicBezTo>
                  <a:pt x="348" y="103"/>
                  <a:pt x="361" y="107"/>
                  <a:pt x="368" y="116"/>
                </a:cubicBezTo>
                <a:cubicBezTo>
                  <a:pt x="376" y="124"/>
                  <a:pt x="380" y="135"/>
                  <a:pt x="380" y="150"/>
                </a:cubicBezTo>
                <a:cubicBezTo>
                  <a:pt x="380" y="151"/>
                  <a:pt x="380" y="151"/>
                  <a:pt x="380" y="151"/>
                </a:cubicBezTo>
                <a:cubicBezTo>
                  <a:pt x="380" y="157"/>
                  <a:pt x="378" y="160"/>
                  <a:pt x="374" y="163"/>
                </a:cubicBezTo>
                <a:cubicBezTo>
                  <a:pt x="370" y="165"/>
                  <a:pt x="363" y="167"/>
                  <a:pt x="356" y="168"/>
                </a:cubicBezTo>
                <a:cubicBezTo>
                  <a:pt x="347" y="169"/>
                  <a:pt x="336" y="170"/>
                  <a:pt x="322" y="171"/>
                </a:cubicBezTo>
                <a:cubicBezTo>
                  <a:pt x="312" y="172"/>
                  <a:pt x="302" y="174"/>
                  <a:pt x="292" y="177"/>
                </a:cubicBezTo>
                <a:cubicBezTo>
                  <a:pt x="281" y="179"/>
                  <a:pt x="272" y="183"/>
                  <a:pt x="264" y="187"/>
                </a:cubicBezTo>
                <a:cubicBezTo>
                  <a:pt x="255" y="192"/>
                  <a:pt x="249" y="199"/>
                  <a:pt x="244" y="206"/>
                </a:cubicBezTo>
                <a:cubicBezTo>
                  <a:pt x="238" y="214"/>
                  <a:pt x="236" y="225"/>
                  <a:pt x="236" y="238"/>
                </a:cubicBezTo>
                <a:cubicBezTo>
                  <a:pt x="236" y="253"/>
                  <a:pt x="239" y="266"/>
                  <a:pt x="246" y="275"/>
                </a:cubicBezTo>
                <a:cubicBezTo>
                  <a:pt x="252" y="286"/>
                  <a:pt x="262" y="294"/>
                  <a:pt x="274" y="300"/>
                </a:cubicBezTo>
                <a:cubicBezTo>
                  <a:pt x="285" y="305"/>
                  <a:pt x="297" y="308"/>
                  <a:pt x="312" y="308"/>
                </a:cubicBezTo>
                <a:cubicBezTo>
                  <a:pt x="325" y="308"/>
                  <a:pt x="336" y="306"/>
                  <a:pt x="345" y="302"/>
                </a:cubicBezTo>
                <a:cubicBezTo>
                  <a:pt x="354" y="298"/>
                  <a:pt x="361" y="293"/>
                  <a:pt x="366" y="287"/>
                </a:cubicBezTo>
                <a:cubicBezTo>
                  <a:pt x="372" y="283"/>
                  <a:pt x="376" y="276"/>
                  <a:pt x="378" y="272"/>
                </a:cubicBezTo>
                <a:cubicBezTo>
                  <a:pt x="380" y="272"/>
                  <a:pt x="380" y="272"/>
                  <a:pt x="380" y="272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414" y="303"/>
                  <a:pt x="414" y="303"/>
                  <a:pt x="414" y="303"/>
                </a:cubicBezTo>
                <a:cubicBezTo>
                  <a:pt x="414" y="153"/>
                  <a:pt x="414" y="153"/>
                  <a:pt x="414" y="153"/>
                </a:cubicBezTo>
                <a:cubicBezTo>
                  <a:pt x="414" y="135"/>
                  <a:pt x="411" y="121"/>
                  <a:pt x="406" y="110"/>
                </a:cubicBezTo>
                <a:cubicBezTo>
                  <a:pt x="400" y="99"/>
                  <a:pt x="392" y="92"/>
                  <a:pt x="384" y="86"/>
                </a:cubicBezTo>
                <a:close/>
                <a:moveTo>
                  <a:pt x="159" y="129"/>
                </a:moveTo>
                <a:cubicBezTo>
                  <a:pt x="155" y="139"/>
                  <a:pt x="147" y="145"/>
                  <a:pt x="138" y="151"/>
                </a:cubicBezTo>
                <a:cubicBezTo>
                  <a:pt x="128" y="157"/>
                  <a:pt x="116" y="160"/>
                  <a:pt x="99" y="160"/>
                </a:cubicBezTo>
                <a:cubicBezTo>
                  <a:pt x="35" y="160"/>
                  <a:pt x="35" y="160"/>
                  <a:pt x="35" y="160"/>
                </a:cubicBezTo>
                <a:cubicBezTo>
                  <a:pt x="35" y="33"/>
                  <a:pt x="35" y="33"/>
                  <a:pt x="35" y="33"/>
                </a:cubicBezTo>
                <a:cubicBezTo>
                  <a:pt x="98" y="33"/>
                  <a:pt x="98" y="33"/>
                  <a:pt x="98" y="33"/>
                </a:cubicBezTo>
                <a:cubicBezTo>
                  <a:pt x="115" y="33"/>
                  <a:pt x="128" y="35"/>
                  <a:pt x="138" y="41"/>
                </a:cubicBezTo>
                <a:cubicBezTo>
                  <a:pt x="147" y="47"/>
                  <a:pt x="155" y="54"/>
                  <a:pt x="159" y="63"/>
                </a:cubicBezTo>
                <a:cubicBezTo>
                  <a:pt x="163" y="73"/>
                  <a:pt x="165" y="84"/>
                  <a:pt x="165" y="96"/>
                </a:cubicBezTo>
                <a:cubicBezTo>
                  <a:pt x="165" y="108"/>
                  <a:pt x="163" y="119"/>
                  <a:pt x="159" y="129"/>
                </a:cubicBezTo>
                <a:close/>
                <a:moveTo>
                  <a:pt x="157" y="13"/>
                </a:moveTo>
                <a:cubicBezTo>
                  <a:pt x="142" y="5"/>
                  <a:pt x="123" y="0"/>
                  <a:pt x="10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03"/>
                  <a:pt x="0" y="303"/>
                  <a:pt x="0" y="303"/>
                </a:cubicBezTo>
                <a:cubicBezTo>
                  <a:pt x="35" y="303"/>
                  <a:pt x="35" y="303"/>
                  <a:pt x="35" y="303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100" y="192"/>
                  <a:pt x="100" y="192"/>
                  <a:pt x="100" y="192"/>
                </a:cubicBezTo>
                <a:cubicBezTo>
                  <a:pt x="123" y="192"/>
                  <a:pt x="142" y="188"/>
                  <a:pt x="158" y="179"/>
                </a:cubicBezTo>
                <a:cubicBezTo>
                  <a:pt x="172" y="170"/>
                  <a:pt x="183" y="159"/>
                  <a:pt x="190" y="144"/>
                </a:cubicBezTo>
                <a:cubicBezTo>
                  <a:pt x="197" y="129"/>
                  <a:pt x="201" y="114"/>
                  <a:pt x="201" y="96"/>
                </a:cubicBezTo>
                <a:cubicBezTo>
                  <a:pt x="201" y="78"/>
                  <a:pt x="197" y="62"/>
                  <a:pt x="190" y="48"/>
                </a:cubicBezTo>
                <a:cubicBezTo>
                  <a:pt x="183" y="33"/>
                  <a:pt x="172" y="22"/>
                  <a:pt x="157" y="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9B94BEC-DD87-7A17-285C-71A787D404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01" y="4756540"/>
            <a:ext cx="1617205" cy="267401"/>
          </a:xfrm>
          <a:prstGeom prst="rect">
            <a:avLst/>
          </a:prstGeom>
        </p:spPr>
      </p:pic>
      <p:sp>
        <p:nvSpPr>
          <p:cNvPr id="18" name="Picture_placeholder JU 3  [PHJU] (JU-Free)">
            <a:extLst>
              <a:ext uri="{FF2B5EF4-FFF2-40B4-BE49-F238E27FC236}">
                <a16:creationId xmlns:a16="http://schemas.microsoft.com/office/drawing/2014/main" id="{8BBF5957-204A-CD2B-4A1E-0E7B4EBC0A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95825" y="1298947"/>
            <a:ext cx="2546801" cy="2545586"/>
          </a:xfrm>
          <a:custGeom>
            <a:avLst/>
            <a:gdLst>
              <a:gd name="connsiteX0" fmla="*/ 2546800 w 2546801"/>
              <a:gd name="connsiteY0" fmla="*/ 2545585 h 2545586"/>
              <a:gd name="connsiteX1" fmla="*/ 2546801 w 2546801"/>
              <a:gd name="connsiteY1" fmla="*/ 2545585 h 2545586"/>
              <a:gd name="connsiteX2" fmla="*/ 2546801 w 2546801"/>
              <a:gd name="connsiteY2" fmla="*/ 2545586 h 2545586"/>
              <a:gd name="connsiteX3" fmla="*/ 2546800 w 2546801"/>
              <a:gd name="connsiteY3" fmla="*/ 2545586 h 2545586"/>
              <a:gd name="connsiteX4" fmla="*/ 2546786 w 2546801"/>
              <a:gd name="connsiteY4" fmla="*/ 2545583 h 2545586"/>
              <a:gd name="connsiteX5" fmla="*/ 2546787 w 2546801"/>
              <a:gd name="connsiteY5" fmla="*/ 2545583 h 2545586"/>
              <a:gd name="connsiteX6" fmla="*/ 2546787 w 2546801"/>
              <a:gd name="connsiteY6" fmla="*/ 2545584 h 2545586"/>
              <a:gd name="connsiteX7" fmla="*/ 2546786 w 2546801"/>
              <a:gd name="connsiteY7" fmla="*/ 2545584 h 2545586"/>
              <a:gd name="connsiteX8" fmla="*/ 1273384 w 2546801"/>
              <a:gd name="connsiteY8" fmla="*/ 26 h 2545586"/>
              <a:gd name="connsiteX9" fmla="*/ 1273414 w 2546801"/>
              <a:gd name="connsiteY9" fmla="*/ 26 h 2545586"/>
              <a:gd name="connsiteX10" fmla="*/ 1403595 w 2546801"/>
              <a:gd name="connsiteY10" fmla="*/ 6597 h 2545586"/>
              <a:gd name="connsiteX11" fmla="*/ 2546773 w 2546801"/>
              <a:gd name="connsiteY11" fmla="*/ 1272804 h 2545586"/>
              <a:gd name="connsiteX12" fmla="*/ 1273399 w 2546801"/>
              <a:gd name="connsiteY12" fmla="*/ 2545582 h 2545586"/>
              <a:gd name="connsiteX13" fmla="*/ 6600 w 2546801"/>
              <a:gd name="connsiteY13" fmla="*/ 1402938 h 2545586"/>
              <a:gd name="connsiteX14" fmla="*/ 26 w 2546801"/>
              <a:gd name="connsiteY14" fmla="*/ 1272819 h 2545586"/>
              <a:gd name="connsiteX15" fmla="*/ 26 w 2546801"/>
              <a:gd name="connsiteY15" fmla="*/ 1272789 h 2545586"/>
              <a:gd name="connsiteX16" fmla="*/ 6600 w 2546801"/>
              <a:gd name="connsiteY16" fmla="*/ 1142670 h 2545586"/>
              <a:gd name="connsiteX17" fmla="*/ 1143205 w 2546801"/>
              <a:gd name="connsiteY17" fmla="*/ 6597 h 2545586"/>
              <a:gd name="connsiteX18" fmla="*/ 13 w 2546801"/>
              <a:gd name="connsiteY18" fmla="*/ 13 h 2545586"/>
              <a:gd name="connsiteX19" fmla="*/ 14 w 2546801"/>
              <a:gd name="connsiteY19" fmla="*/ 13 h 2545586"/>
              <a:gd name="connsiteX20" fmla="*/ 14 w 2546801"/>
              <a:gd name="connsiteY20" fmla="*/ 15 h 2545586"/>
              <a:gd name="connsiteX21" fmla="*/ 13 w 2546801"/>
              <a:gd name="connsiteY21" fmla="*/ 15 h 2545586"/>
              <a:gd name="connsiteX22" fmla="*/ 0 w 2546801"/>
              <a:gd name="connsiteY22" fmla="*/ 0 h 2545586"/>
              <a:gd name="connsiteX23" fmla="*/ 1 w 2546801"/>
              <a:gd name="connsiteY23" fmla="*/ 0 h 2545586"/>
              <a:gd name="connsiteX24" fmla="*/ 1 w 2546801"/>
              <a:gd name="connsiteY24" fmla="*/ 2 h 2545586"/>
              <a:gd name="connsiteX25" fmla="*/ 0 w 2546801"/>
              <a:gd name="connsiteY25" fmla="*/ 2 h 254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546801" h="2545586">
                <a:moveTo>
                  <a:pt x="2546800" y="2545585"/>
                </a:moveTo>
                <a:lnTo>
                  <a:pt x="2546801" y="2545585"/>
                </a:lnTo>
                <a:lnTo>
                  <a:pt x="2546801" y="2545586"/>
                </a:lnTo>
                <a:lnTo>
                  <a:pt x="2546800" y="2545586"/>
                </a:lnTo>
                <a:close/>
                <a:moveTo>
                  <a:pt x="2546786" y="2545583"/>
                </a:moveTo>
                <a:lnTo>
                  <a:pt x="2546787" y="2545583"/>
                </a:lnTo>
                <a:lnTo>
                  <a:pt x="2546787" y="2545584"/>
                </a:lnTo>
                <a:lnTo>
                  <a:pt x="2546786" y="2545584"/>
                </a:lnTo>
                <a:close/>
                <a:moveTo>
                  <a:pt x="1273384" y="26"/>
                </a:moveTo>
                <a:lnTo>
                  <a:pt x="1273414" y="26"/>
                </a:lnTo>
                <a:lnTo>
                  <a:pt x="1403595" y="6597"/>
                </a:lnTo>
                <a:cubicBezTo>
                  <a:pt x="2045701" y="71776"/>
                  <a:pt x="2546773" y="613801"/>
                  <a:pt x="2546773" y="1272804"/>
                </a:cubicBezTo>
                <a:cubicBezTo>
                  <a:pt x="2546773" y="1975740"/>
                  <a:pt x="1976664" y="2545582"/>
                  <a:pt x="1273399" y="2545582"/>
                </a:cubicBezTo>
                <a:cubicBezTo>
                  <a:pt x="614089" y="2545582"/>
                  <a:pt x="71809" y="2044744"/>
                  <a:pt x="6600" y="1402938"/>
                </a:cubicBezTo>
                <a:lnTo>
                  <a:pt x="26" y="1272819"/>
                </a:lnTo>
                <a:lnTo>
                  <a:pt x="26" y="1272789"/>
                </a:lnTo>
                <a:lnTo>
                  <a:pt x="6600" y="1142670"/>
                </a:lnTo>
                <a:cubicBezTo>
                  <a:pt x="67462" y="543651"/>
                  <a:pt x="543905" y="67430"/>
                  <a:pt x="1143205" y="6597"/>
                </a:cubicBezTo>
                <a:close/>
                <a:moveTo>
                  <a:pt x="13" y="13"/>
                </a:moveTo>
                <a:lnTo>
                  <a:pt x="14" y="13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noFill/>
          <a:ln/>
        </p:spPr>
        <p:txBody>
          <a:bodyPr wrap="square" lIns="0" tIns="0" rIns="0" bIns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200" b="0"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2743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46BEAA"/>
          </p15:clr>
        </p15:guide>
        <p15:guide id="2" orient="horz" pos="2122">
          <p15:clr>
            <a:srgbClr val="46BEAA"/>
          </p15:clr>
        </p15:guide>
        <p15:guide id="3" pos="2267">
          <p15:clr>
            <a:srgbClr val="46BEAA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Chapter slide (Purple-Green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1">
            <a:extLst>
              <a:ext uri="{FF2B5EF4-FFF2-40B4-BE49-F238E27FC236}">
                <a16:creationId xmlns:a16="http://schemas.microsoft.com/office/drawing/2014/main" id="{F50025DF-EB97-C249-3617-99A4B7621D49}"/>
              </a:ext>
            </a:extLst>
          </p:cNvPr>
          <p:cNvSpPr>
            <a:spLocks noSelect="1"/>
          </p:cNvSpPr>
          <p:nvPr userDrawn="1"/>
        </p:nvSpPr>
        <p:spPr bwMode="auto">
          <a:xfrm flipH="1">
            <a:off x="976312" y="323850"/>
            <a:ext cx="4500563" cy="4500563"/>
          </a:xfrm>
          <a:custGeom>
            <a:avLst/>
            <a:gdLst>
              <a:gd name="T0" fmla="*/ 4188 w 18902"/>
              <a:gd name="T1" fmla="*/ 9452 h 18903"/>
              <a:gd name="T2" fmla="*/ 9451 w 18902"/>
              <a:gd name="T3" fmla="*/ 4188 h 18903"/>
              <a:gd name="T4" fmla="*/ 14715 w 18902"/>
              <a:gd name="T5" fmla="*/ 9452 h 18903"/>
              <a:gd name="T6" fmla="*/ 9451 w 18902"/>
              <a:gd name="T7" fmla="*/ 14715 h 18903"/>
              <a:gd name="T8" fmla="*/ 4188 w 18902"/>
              <a:gd name="T9" fmla="*/ 9452 h 18903"/>
              <a:gd name="T10" fmla="*/ 5771 w 18902"/>
              <a:gd name="T11" fmla="*/ 745 h 18903"/>
              <a:gd name="T12" fmla="*/ 2768 w 18902"/>
              <a:gd name="T13" fmla="*/ 2768 h 18903"/>
              <a:gd name="T14" fmla="*/ 744 w 18902"/>
              <a:gd name="T15" fmla="*/ 5771 h 18903"/>
              <a:gd name="T16" fmla="*/ 0 w 18902"/>
              <a:gd name="T17" fmla="*/ 9452 h 18903"/>
              <a:gd name="T18" fmla="*/ 744 w 18902"/>
              <a:gd name="T19" fmla="*/ 13132 h 18903"/>
              <a:gd name="T20" fmla="*/ 2768 w 18902"/>
              <a:gd name="T21" fmla="*/ 16135 h 18903"/>
              <a:gd name="T22" fmla="*/ 5771 w 18902"/>
              <a:gd name="T23" fmla="*/ 18158 h 18903"/>
              <a:gd name="T24" fmla="*/ 9451 w 18902"/>
              <a:gd name="T25" fmla="*/ 18903 h 18903"/>
              <a:gd name="T26" fmla="*/ 13131 w 18902"/>
              <a:gd name="T27" fmla="*/ 18158 h 18903"/>
              <a:gd name="T28" fmla="*/ 16134 w 18902"/>
              <a:gd name="T29" fmla="*/ 16135 h 18903"/>
              <a:gd name="T30" fmla="*/ 18158 w 18902"/>
              <a:gd name="T31" fmla="*/ 13132 h 18903"/>
              <a:gd name="T32" fmla="*/ 18902 w 18902"/>
              <a:gd name="T33" fmla="*/ 9452 h 18903"/>
              <a:gd name="T34" fmla="*/ 18158 w 18902"/>
              <a:gd name="T35" fmla="*/ 5771 h 18903"/>
              <a:gd name="T36" fmla="*/ 16134 w 18902"/>
              <a:gd name="T37" fmla="*/ 2768 h 18903"/>
              <a:gd name="T38" fmla="*/ 13131 w 18902"/>
              <a:gd name="T39" fmla="*/ 745 h 18903"/>
              <a:gd name="T40" fmla="*/ 9451 w 18902"/>
              <a:gd name="T41" fmla="*/ 0 h 18903"/>
              <a:gd name="T42" fmla="*/ 5771 w 18902"/>
              <a:gd name="T43" fmla="*/ 745 h 18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902" h="18903">
                <a:moveTo>
                  <a:pt x="4188" y="9452"/>
                </a:moveTo>
                <a:cubicBezTo>
                  <a:pt x="4188" y="6545"/>
                  <a:pt x="6544" y="4188"/>
                  <a:pt x="9451" y="4188"/>
                </a:cubicBezTo>
                <a:cubicBezTo>
                  <a:pt x="12358" y="4188"/>
                  <a:pt x="14715" y="6545"/>
                  <a:pt x="14715" y="9452"/>
                </a:cubicBezTo>
                <a:cubicBezTo>
                  <a:pt x="14715" y="12358"/>
                  <a:pt x="12358" y="14715"/>
                  <a:pt x="9451" y="14715"/>
                </a:cubicBezTo>
                <a:cubicBezTo>
                  <a:pt x="6544" y="14715"/>
                  <a:pt x="4188" y="12358"/>
                  <a:pt x="4188" y="9452"/>
                </a:cubicBezTo>
                <a:moveTo>
                  <a:pt x="5771" y="745"/>
                </a:moveTo>
                <a:cubicBezTo>
                  <a:pt x="4645" y="1221"/>
                  <a:pt x="3635" y="1902"/>
                  <a:pt x="2768" y="2768"/>
                </a:cubicBezTo>
                <a:cubicBezTo>
                  <a:pt x="1902" y="3635"/>
                  <a:pt x="1221" y="4645"/>
                  <a:pt x="744" y="5771"/>
                </a:cubicBezTo>
                <a:cubicBezTo>
                  <a:pt x="250" y="6939"/>
                  <a:pt x="0" y="8177"/>
                  <a:pt x="0" y="9452"/>
                </a:cubicBezTo>
                <a:cubicBezTo>
                  <a:pt x="0" y="10726"/>
                  <a:pt x="250" y="11964"/>
                  <a:pt x="744" y="13132"/>
                </a:cubicBezTo>
                <a:cubicBezTo>
                  <a:pt x="1221" y="14258"/>
                  <a:pt x="1902" y="15268"/>
                  <a:pt x="2768" y="16135"/>
                </a:cubicBezTo>
                <a:cubicBezTo>
                  <a:pt x="3635" y="17001"/>
                  <a:pt x="4645" y="17682"/>
                  <a:pt x="5771" y="18158"/>
                </a:cubicBezTo>
                <a:cubicBezTo>
                  <a:pt x="6939" y="18652"/>
                  <a:pt x="8177" y="18903"/>
                  <a:pt x="9451" y="18903"/>
                </a:cubicBezTo>
                <a:cubicBezTo>
                  <a:pt x="10725" y="18903"/>
                  <a:pt x="11963" y="18652"/>
                  <a:pt x="13131" y="18158"/>
                </a:cubicBezTo>
                <a:cubicBezTo>
                  <a:pt x="14257" y="17682"/>
                  <a:pt x="15268" y="17001"/>
                  <a:pt x="16134" y="16135"/>
                </a:cubicBezTo>
                <a:cubicBezTo>
                  <a:pt x="17001" y="15268"/>
                  <a:pt x="17682" y="14258"/>
                  <a:pt x="18158" y="13132"/>
                </a:cubicBezTo>
                <a:cubicBezTo>
                  <a:pt x="18652" y="11964"/>
                  <a:pt x="18902" y="10726"/>
                  <a:pt x="18902" y="9452"/>
                </a:cubicBezTo>
                <a:cubicBezTo>
                  <a:pt x="18902" y="8177"/>
                  <a:pt x="18652" y="6939"/>
                  <a:pt x="18158" y="5771"/>
                </a:cubicBezTo>
                <a:cubicBezTo>
                  <a:pt x="17682" y="4645"/>
                  <a:pt x="17001" y="3635"/>
                  <a:pt x="16134" y="2768"/>
                </a:cubicBezTo>
                <a:cubicBezTo>
                  <a:pt x="15268" y="1902"/>
                  <a:pt x="14257" y="1221"/>
                  <a:pt x="13131" y="745"/>
                </a:cubicBezTo>
                <a:cubicBezTo>
                  <a:pt x="11963" y="251"/>
                  <a:pt x="10725" y="0"/>
                  <a:pt x="9451" y="0"/>
                </a:cubicBezTo>
                <a:cubicBezTo>
                  <a:pt x="8177" y="0"/>
                  <a:pt x="6939" y="251"/>
                  <a:pt x="5771" y="745"/>
                </a:cubicBezTo>
              </a:path>
            </a:pathLst>
          </a:custGeom>
          <a:gradFill flip="none" rotWithShape="1"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4" name="01_***Title 2 (JU-Free)">
            <a:extLst>
              <a:ext uri="{FF2B5EF4-FFF2-40B4-BE49-F238E27FC236}">
                <a16:creationId xmlns:a16="http://schemas.microsoft.com/office/drawing/2014/main" id="{E6A7167B-9719-9242-55E9-4C2FF3CAD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6045" y="677644"/>
            <a:ext cx="3098497" cy="3788213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>
                <a:solidFill>
                  <a:schemeClr val="tx1"/>
                </a:solidFill>
              </a:defRPr>
            </a:lvl1pPr>
          </a:lstStyle>
          <a:p>
            <a:pPr marL="0" lvl="0" indent="0">
              <a:buFont typeface="+mj-lt"/>
            </a:pPr>
            <a:r>
              <a:rPr lang="en-GB" dirty="0"/>
              <a:t>[Title]</a:t>
            </a:r>
          </a:p>
        </p:txBody>
      </p:sp>
    </p:spTree>
    <p:extLst>
      <p:ext uri="{BB962C8B-B14F-4D97-AF65-F5344CB8AC3E}">
        <p14:creationId xmlns:p14="http://schemas.microsoft.com/office/powerpoint/2010/main" val="1973519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9">
          <p15:clr>
            <a:srgbClr val="46BEAA"/>
          </p15:clr>
        </p15:guide>
        <p15:guide id="2" orient="horz" pos="1006">
          <p15:clr>
            <a:srgbClr val="46BEAA"/>
          </p15:clr>
        </p15:guide>
        <p15:guide id="3" orient="horz" pos="2199">
          <p15:clr>
            <a:srgbClr val="46BEAA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[Chapter slide (Purple-Green)]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1">
            <a:extLst>
              <a:ext uri="{FF2B5EF4-FFF2-40B4-BE49-F238E27FC236}">
                <a16:creationId xmlns:a16="http://schemas.microsoft.com/office/drawing/2014/main" id="{F50025DF-EB97-C249-3617-99A4B7621D49}"/>
              </a:ext>
            </a:extLst>
          </p:cNvPr>
          <p:cNvSpPr>
            <a:spLocks noSelect="1"/>
          </p:cNvSpPr>
          <p:nvPr userDrawn="1"/>
        </p:nvSpPr>
        <p:spPr bwMode="auto">
          <a:xfrm flipH="1">
            <a:off x="976312" y="323850"/>
            <a:ext cx="4500563" cy="4500563"/>
          </a:xfrm>
          <a:custGeom>
            <a:avLst/>
            <a:gdLst>
              <a:gd name="T0" fmla="*/ 4188 w 18902"/>
              <a:gd name="T1" fmla="*/ 9452 h 18903"/>
              <a:gd name="T2" fmla="*/ 9451 w 18902"/>
              <a:gd name="T3" fmla="*/ 4188 h 18903"/>
              <a:gd name="T4" fmla="*/ 14715 w 18902"/>
              <a:gd name="T5" fmla="*/ 9452 h 18903"/>
              <a:gd name="T6" fmla="*/ 9451 w 18902"/>
              <a:gd name="T7" fmla="*/ 14715 h 18903"/>
              <a:gd name="T8" fmla="*/ 4188 w 18902"/>
              <a:gd name="T9" fmla="*/ 9452 h 18903"/>
              <a:gd name="T10" fmla="*/ 5771 w 18902"/>
              <a:gd name="T11" fmla="*/ 745 h 18903"/>
              <a:gd name="T12" fmla="*/ 2768 w 18902"/>
              <a:gd name="T13" fmla="*/ 2768 h 18903"/>
              <a:gd name="T14" fmla="*/ 744 w 18902"/>
              <a:gd name="T15" fmla="*/ 5771 h 18903"/>
              <a:gd name="T16" fmla="*/ 0 w 18902"/>
              <a:gd name="T17" fmla="*/ 9452 h 18903"/>
              <a:gd name="T18" fmla="*/ 744 w 18902"/>
              <a:gd name="T19" fmla="*/ 13132 h 18903"/>
              <a:gd name="T20" fmla="*/ 2768 w 18902"/>
              <a:gd name="T21" fmla="*/ 16135 h 18903"/>
              <a:gd name="T22" fmla="*/ 5771 w 18902"/>
              <a:gd name="T23" fmla="*/ 18158 h 18903"/>
              <a:gd name="T24" fmla="*/ 9451 w 18902"/>
              <a:gd name="T25" fmla="*/ 18903 h 18903"/>
              <a:gd name="T26" fmla="*/ 13131 w 18902"/>
              <a:gd name="T27" fmla="*/ 18158 h 18903"/>
              <a:gd name="T28" fmla="*/ 16134 w 18902"/>
              <a:gd name="T29" fmla="*/ 16135 h 18903"/>
              <a:gd name="T30" fmla="*/ 18158 w 18902"/>
              <a:gd name="T31" fmla="*/ 13132 h 18903"/>
              <a:gd name="T32" fmla="*/ 18902 w 18902"/>
              <a:gd name="T33" fmla="*/ 9452 h 18903"/>
              <a:gd name="T34" fmla="*/ 18158 w 18902"/>
              <a:gd name="T35" fmla="*/ 5771 h 18903"/>
              <a:gd name="T36" fmla="*/ 16134 w 18902"/>
              <a:gd name="T37" fmla="*/ 2768 h 18903"/>
              <a:gd name="T38" fmla="*/ 13131 w 18902"/>
              <a:gd name="T39" fmla="*/ 745 h 18903"/>
              <a:gd name="T40" fmla="*/ 9451 w 18902"/>
              <a:gd name="T41" fmla="*/ 0 h 18903"/>
              <a:gd name="T42" fmla="*/ 5771 w 18902"/>
              <a:gd name="T43" fmla="*/ 745 h 18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902" h="18903">
                <a:moveTo>
                  <a:pt x="4188" y="9452"/>
                </a:moveTo>
                <a:cubicBezTo>
                  <a:pt x="4188" y="6545"/>
                  <a:pt x="6544" y="4188"/>
                  <a:pt x="9451" y="4188"/>
                </a:cubicBezTo>
                <a:cubicBezTo>
                  <a:pt x="12358" y="4188"/>
                  <a:pt x="14715" y="6545"/>
                  <a:pt x="14715" y="9452"/>
                </a:cubicBezTo>
                <a:cubicBezTo>
                  <a:pt x="14715" y="12358"/>
                  <a:pt x="12358" y="14715"/>
                  <a:pt x="9451" y="14715"/>
                </a:cubicBezTo>
                <a:cubicBezTo>
                  <a:pt x="6544" y="14715"/>
                  <a:pt x="4188" y="12358"/>
                  <a:pt x="4188" y="9452"/>
                </a:cubicBezTo>
                <a:moveTo>
                  <a:pt x="5771" y="745"/>
                </a:moveTo>
                <a:cubicBezTo>
                  <a:pt x="4645" y="1221"/>
                  <a:pt x="3635" y="1902"/>
                  <a:pt x="2768" y="2768"/>
                </a:cubicBezTo>
                <a:cubicBezTo>
                  <a:pt x="1902" y="3635"/>
                  <a:pt x="1221" y="4645"/>
                  <a:pt x="744" y="5771"/>
                </a:cubicBezTo>
                <a:cubicBezTo>
                  <a:pt x="250" y="6939"/>
                  <a:pt x="0" y="8177"/>
                  <a:pt x="0" y="9452"/>
                </a:cubicBezTo>
                <a:cubicBezTo>
                  <a:pt x="0" y="10726"/>
                  <a:pt x="250" y="11964"/>
                  <a:pt x="744" y="13132"/>
                </a:cubicBezTo>
                <a:cubicBezTo>
                  <a:pt x="1221" y="14258"/>
                  <a:pt x="1902" y="15268"/>
                  <a:pt x="2768" y="16135"/>
                </a:cubicBezTo>
                <a:cubicBezTo>
                  <a:pt x="3635" y="17001"/>
                  <a:pt x="4645" y="17682"/>
                  <a:pt x="5771" y="18158"/>
                </a:cubicBezTo>
                <a:cubicBezTo>
                  <a:pt x="6939" y="18652"/>
                  <a:pt x="8177" y="18903"/>
                  <a:pt x="9451" y="18903"/>
                </a:cubicBezTo>
                <a:cubicBezTo>
                  <a:pt x="10725" y="18903"/>
                  <a:pt x="11963" y="18652"/>
                  <a:pt x="13131" y="18158"/>
                </a:cubicBezTo>
                <a:cubicBezTo>
                  <a:pt x="14257" y="17682"/>
                  <a:pt x="15268" y="17001"/>
                  <a:pt x="16134" y="16135"/>
                </a:cubicBezTo>
                <a:cubicBezTo>
                  <a:pt x="17001" y="15268"/>
                  <a:pt x="17682" y="14258"/>
                  <a:pt x="18158" y="13132"/>
                </a:cubicBezTo>
                <a:cubicBezTo>
                  <a:pt x="18652" y="11964"/>
                  <a:pt x="18902" y="10726"/>
                  <a:pt x="18902" y="9452"/>
                </a:cubicBezTo>
                <a:cubicBezTo>
                  <a:pt x="18902" y="8177"/>
                  <a:pt x="18652" y="6939"/>
                  <a:pt x="18158" y="5771"/>
                </a:cubicBezTo>
                <a:cubicBezTo>
                  <a:pt x="17682" y="4645"/>
                  <a:pt x="17001" y="3635"/>
                  <a:pt x="16134" y="2768"/>
                </a:cubicBezTo>
                <a:cubicBezTo>
                  <a:pt x="15268" y="1902"/>
                  <a:pt x="14257" y="1221"/>
                  <a:pt x="13131" y="745"/>
                </a:cubicBezTo>
                <a:cubicBezTo>
                  <a:pt x="11963" y="251"/>
                  <a:pt x="10725" y="0"/>
                  <a:pt x="9451" y="0"/>
                </a:cubicBezTo>
                <a:cubicBezTo>
                  <a:pt x="8177" y="0"/>
                  <a:pt x="6939" y="251"/>
                  <a:pt x="5771" y="745"/>
                </a:cubicBezTo>
              </a:path>
            </a:pathLst>
          </a:custGeom>
          <a:gradFill flip="none" rotWithShape="1"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11" name="01_***Title 2 (JU-Free)">
            <a:extLst>
              <a:ext uri="{FF2B5EF4-FFF2-40B4-BE49-F238E27FC236}">
                <a16:creationId xmlns:a16="http://schemas.microsoft.com/office/drawing/2014/main" id="{DFB4F689-1B49-8A19-E006-1D573CC71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6045" y="677644"/>
            <a:ext cx="3098497" cy="3788213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>
                <a:solidFill>
                  <a:schemeClr val="bg1"/>
                </a:solidFill>
              </a:defRPr>
            </a:lvl1pPr>
          </a:lstStyle>
          <a:p>
            <a:pPr marL="0" lvl="0" indent="0">
              <a:buFont typeface="+mj-lt"/>
            </a:pPr>
            <a:r>
              <a:rPr lang="en-GB" dirty="0"/>
              <a:t>[Title]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067B633-65F8-7C01-F8F4-F1CB37FFAB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01" y="4756540"/>
            <a:ext cx="1617205" cy="26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97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9">
          <p15:clr>
            <a:srgbClr val="46BEAA"/>
          </p15:clr>
        </p15:guide>
        <p15:guide id="2" orient="horz" pos="1006">
          <p15:clr>
            <a:srgbClr val="46BEAA"/>
          </p15:clr>
        </p15:guide>
        <p15:guide id="3" orient="horz" pos="2199">
          <p15:clr>
            <a:srgbClr val="46BEAA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[Chapter slide (Green-Purple)]">
    <p:bg>
      <p:bgPr>
        <a:gradFill>
          <a:gsLst>
            <a:gs pos="0">
              <a:srgbClr val="00C1A5"/>
            </a:gs>
            <a:gs pos="20000">
              <a:srgbClr val="21A3AA"/>
            </a:gs>
            <a:gs pos="42000">
              <a:srgbClr val="4284B0"/>
            </a:gs>
            <a:gs pos="65000">
              <a:srgbClr val="5E69B5"/>
            </a:gs>
            <a:gs pos="84000">
              <a:srgbClr val="7553B9"/>
            </a:gs>
            <a:gs pos="100000">
              <a:srgbClr val="8842B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 (JU-Free)">
            <a:extLst>
              <a:ext uri="{FF2B5EF4-FFF2-40B4-BE49-F238E27FC236}">
                <a16:creationId xmlns:a16="http://schemas.microsoft.com/office/drawing/2014/main" id="{ADC7AEA6-F718-4ED4-88BE-F5BF623E73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360000" y="1774440"/>
            <a:ext cx="8474542" cy="1594440"/>
          </a:xfrm>
        </p:spPr>
        <p:txBody>
          <a:bodyPr anchor="ctr"/>
          <a:lstStyle>
            <a:lvl1pPr algn="l">
              <a:lnSpc>
                <a:spcPct val="84000"/>
              </a:lnSpc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D83A4EA-1EED-37C1-1442-53F4C2A4A4E0}"/>
              </a:ext>
            </a:extLst>
          </p:cNvPr>
          <p:cNvSpPr>
            <a:spLocks noSelect="1"/>
          </p:cNvSpPr>
          <p:nvPr userDrawn="1"/>
        </p:nvSpPr>
        <p:spPr>
          <a:xfrm>
            <a:off x="0" y="0"/>
            <a:ext cx="91449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 dirty="0"/>
          </a:p>
        </p:txBody>
      </p:sp>
      <p:sp>
        <p:nvSpPr>
          <p:cNvPr id="3" name="Frame 3 {PHJU}">
            <a:extLst>
              <a:ext uri="{FF2B5EF4-FFF2-40B4-BE49-F238E27FC236}">
                <a16:creationId xmlns:a16="http://schemas.microsoft.com/office/drawing/2014/main" id="{9C3F466D-9684-A31F-1A43-40D8A2F3F565}"/>
              </a:ext>
            </a:extLst>
          </p:cNvPr>
          <p:cNvSpPr txBox="1">
            <a:spLocks noSelect="1"/>
          </p:cNvSpPr>
          <p:nvPr userDrawn="1">
            <p:custDataLst>
              <p:custData r:id="rId1"/>
            </p:custDataLst>
          </p:nvPr>
        </p:nvSpPr>
        <p:spPr bwMode="auto">
          <a:xfrm>
            <a:off x="360000" y="4809600"/>
            <a:ext cx="1494235" cy="155972"/>
          </a:xfrm>
          <a:custGeom>
            <a:avLst/>
            <a:gdLst>
              <a:gd name="T0" fmla="*/ 5356 w 6281"/>
              <a:gd name="T1" fmla="*/ 632 h 658"/>
              <a:gd name="T2" fmla="*/ 5299 w 6281"/>
              <a:gd name="T3" fmla="*/ 237 h 658"/>
              <a:gd name="T4" fmla="*/ 5188 w 6281"/>
              <a:gd name="T5" fmla="*/ 632 h 658"/>
              <a:gd name="T6" fmla="*/ 5122 w 6281"/>
              <a:gd name="T7" fmla="*/ 286 h 658"/>
              <a:gd name="T8" fmla="*/ 5042 w 6281"/>
              <a:gd name="T9" fmla="*/ 460 h 658"/>
              <a:gd name="T10" fmla="*/ 5980 w 6281"/>
              <a:gd name="T11" fmla="*/ 97 h 658"/>
              <a:gd name="T12" fmla="*/ 5706 w 6281"/>
              <a:gd name="T13" fmla="*/ 292 h 658"/>
              <a:gd name="T14" fmla="*/ 5684 w 6281"/>
              <a:gd name="T15" fmla="*/ 236 h 658"/>
              <a:gd name="T16" fmla="*/ 5454 w 6281"/>
              <a:gd name="T17" fmla="*/ 33 h 658"/>
              <a:gd name="T18" fmla="*/ 5436 w 6281"/>
              <a:gd name="T19" fmla="*/ 138 h 658"/>
              <a:gd name="T20" fmla="*/ 5524 w 6281"/>
              <a:gd name="T21" fmla="*/ 632 h 658"/>
              <a:gd name="T22" fmla="*/ 5691 w 6281"/>
              <a:gd name="T23" fmla="*/ 632 h 658"/>
              <a:gd name="T24" fmla="*/ 6016 w 6281"/>
              <a:gd name="T25" fmla="*/ 121 h 658"/>
              <a:gd name="T26" fmla="*/ 5902 w 6281"/>
              <a:gd name="T27" fmla="*/ 632 h 658"/>
              <a:gd name="T28" fmla="*/ 6135 w 6281"/>
              <a:gd name="T29" fmla="*/ 232 h 658"/>
              <a:gd name="T30" fmla="*/ 6224 w 6281"/>
              <a:gd name="T31" fmla="*/ 378 h 658"/>
              <a:gd name="T32" fmla="*/ 6272 w 6281"/>
              <a:gd name="T33" fmla="*/ 530 h 658"/>
              <a:gd name="T34" fmla="*/ 6272 w 6281"/>
              <a:gd name="T35" fmla="*/ 530 h 658"/>
              <a:gd name="T36" fmla="*/ 2160 w 6281"/>
              <a:gd name="T37" fmla="*/ 632 h 658"/>
              <a:gd name="T38" fmla="*/ 2296 w 6281"/>
              <a:gd name="T39" fmla="*/ 513 h 658"/>
              <a:gd name="T40" fmla="*/ 3236 w 6281"/>
              <a:gd name="T41" fmla="*/ 27 h 658"/>
              <a:gd name="T42" fmla="*/ 3561 w 6281"/>
              <a:gd name="T43" fmla="*/ 588 h 658"/>
              <a:gd name="T44" fmla="*/ 3618 w 6281"/>
              <a:gd name="T45" fmla="*/ 632 h 658"/>
              <a:gd name="T46" fmla="*/ 3618 w 6281"/>
              <a:gd name="T47" fmla="*/ 27 h 658"/>
              <a:gd name="T48" fmla="*/ 4729 w 6281"/>
              <a:gd name="T49" fmla="*/ 344 h 658"/>
              <a:gd name="T50" fmla="*/ 4462 w 6281"/>
              <a:gd name="T51" fmla="*/ 71 h 658"/>
              <a:gd name="T52" fmla="*/ 4413 w 6281"/>
              <a:gd name="T53" fmla="*/ 27 h 658"/>
              <a:gd name="T54" fmla="*/ 4759 w 6281"/>
              <a:gd name="T55" fmla="*/ 588 h 658"/>
              <a:gd name="T56" fmla="*/ 4249 w 6281"/>
              <a:gd name="T57" fmla="*/ 588 h 658"/>
              <a:gd name="T58" fmla="*/ 3800 w 6281"/>
              <a:gd name="T59" fmla="*/ 27 h 658"/>
              <a:gd name="T60" fmla="*/ 3849 w 6281"/>
              <a:gd name="T61" fmla="*/ 71 h 658"/>
              <a:gd name="T62" fmla="*/ 4298 w 6281"/>
              <a:gd name="T63" fmla="*/ 632 h 658"/>
              <a:gd name="T64" fmla="*/ 4249 w 6281"/>
              <a:gd name="T65" fmla="*/ 588 h 658"/>
              <a:gd name="T66" fmla="*/ 505 w 6281"/>
              <a:gd name="T67" fmla="*/ 43 h 658"/>
              <a:gd name="T68" fmla="*/ 261 w 6281"/>
              <a:gd name="T69" fmla="*/ 513 h 658"/>
              <a:gd name="T70" fmla="*/ 150 w 6281"/>
              <a:gd name="T71" fmla="*/ 632 h 658"/>
              <a:gd name="T72" fmla="*/ 514 w 6281"/>
              <a:gd name="T73" fmla="*/ 632 h 658"/>
              <a:gd name="T74" fmla="*/ 719 w 6281"/>
              <a:gd name="T75" fmla="*/ 27 h 658"/>
              <a:gd name="T76" fmla="*/ 3143 w 6281"/>
              <a:gd name="T77" fmla="*/ 319 h 658"/>
              <a:gd name="T78" fmla="*/ 2814 w 6281"/>
              <a:gd name="T79" fmla="*/ 635 h 658"/>
              <a:gd name="T80" fmla="*/ 2814 w 6281"/>
              <a:gd name="T81" fmla="*/ 22 h 658"/>
              <a:gd name="T82" fmla="*/ 2894 w 6281"/>
              <a:gd name="T83" fmla="*/ 152 h 658"/>
              <a:gd name="T84" fmla="*/ 2726 w 6281"/>
              <a:gd name="T85" fmla="*/ 516 h 658"/>
              <a:gd name="T86" fmla="*/ 2988 w 6281"/>
              <a:gd name="T87" fmla="*/ 410 h 658"/>
              <a:gd name="T88" fmla="*/ 1508 w 6281"/>
              <a:gd name="T89" fmla="*/ 337 h 658"/>
              <a:gd name="T90" fmla="*/ 862 w 6281"/>
              <a:gd name="T91" fmla="*/ 337 h 658"/>
              <a:gd name="T92" fmla="*/ 1325 w 6281"/>
              <a:gd name="T93" fmla="*/ 36 h 658"/>
              <a:gd name="T94" fmla="*/ 1185 w 6281"/>
              <a:gd name="T95" fmla="*/ 133 h 658"/>
              <a:gd name="T96" fmla="*/ 1367 w 6281"/>
              <a:gd name="T97" fmla="*/ 329 h 658"/>
              <a:gd name="T98" fmla="*/ 1945 w 6281"/>
              <a:gd name="T99" fmla="*/ 632 h 658"/>
              <a:gd name="T100" fmla="*/ 1714 w 6281"/>
              <a:gd name="T101" fmla="*/ 632 h 658"/>
              <a:gd name="T102" fmla="*/ 1816 w 6281"/>
              <a:gd name="T103" fmla="*/ 22 h 658"/>
              <a:gd name="T104" fmla="*/ 2032 w 6281"/>
              <a:gd name="T105" fmla="*/ 350 h 658"/>
              <a:gd name="T106" fmla="*/ 1874 w 6281"/>
              <a:gd name="T107" fmla="*/ 149 h 658"/>
              <a:gd name="T108" fmla="*/ 1714 w 6281"/>
              <a:gd name="T109" fmla="*/ 331 h 658"/>
              <a:gd name="T110" fmla="*/ 1908 w 6281"/>
              <a:gd name="T111" fmla="*/ 183 h 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281" h="658">
                <a:moveTo>
                  <a:pt x="5299" y="237"/>
                </a:moveTo>
                <a:cubicBezTo>
                  <a:pt x="5378" y="346"/>
                  <a:pt x="5429" y="483"/>
                  <a:pt x="5447" y="632"/>
                </a:cubicBezTo>
                <a:cubicBezTo>
                  <a:pt x="5356" y="632"/>
                  <a:pt x="5356" y="632"/>
                  <a:pt x="5356" y="632"/>
                </a:cubicBezTo>
                <a:cubicBezTo>
                  <a:pt x="5333" y="463"/>
                  <a:pt x="5265" y="318"/>
                  <a:pt x="5170" y="223"/>
                </a:cubicBezTo>
                <a:cubicBezTo>
                  <a:pt x="5189" y="200"/>
                  <a:pt x="5210" y="178"/>
                  <a:pt x="5233" y="158"/>
                </a:cubicBezTo>
                <a:cubicBezTo>
                  <a:pt x="5256" y="182"/>
                  <a:pt x="5279" y="208"/>
                  <a:pt x="5299" y="237"/>
                </a:cubicBezTo>
                <a:close/>
                <a:moveTo>
                  <a:pt x="5122" y="286"/>
                </a:moveTo>
                <a:cubicBezTo>
                  <a:pt x="5104" y="313"/>
                  <a:pt x="5089" y="341"/>
                  <a:pt x="5075" y="370"/>
                </a:cubicBezTo>
                <a:cubicBezTo>
                  <a:pt x="5130" y="438"/>
                  <a:pt x="5170" y="529"/>
                  <a:pt x="5188" y="632"/>
                </a:cubicBezTo>
                <a:cubicBezTo>
                  <a:pt x="5279" y="632"/>
                  <a:pt x="5279" y="632"/>
                  <a:pt x="5279" y="632"/>
                </a:cubicBezTo>
                <a:cubicBezTo>
                  <a:pt x="5262" y="521"/>
                  <a:pt x="5222" y="419"/>
                  <a:pt x="5163" y="336"/>
                </a:cubicBezTo>
                <a:cubicBezTo>
                  <a:pt x="5150" y="318"/>
                  <a:pt x="5136" y="302"/>
                  <a:pt x="5122" y="286"/>
                </a:cubicBezTo>
                <a:close/>
                <a:moveTo>
                  <a:pt x="5018" y="632"/>
                </a:moveTo>
                <a:cubicBezTo>
                  <a:pt x="5110" y="632"/>
                  <a:pt x="5110" y="632"/>
                  <a:pt x="5110" y="632"/>
                </a:cubicBezTo>
                <a:cubicBezTo>
                  <a:pt x="5097" y="569"/>
                  <a:pt x="5074" y="511"/>
                  <a:pt x="5042" y="460"/>
                </a:cubicBezTo>
                <a:cubicBezTo>
                  <a:pt x="5027" y="515"/>
                  <a:pt x="5018" y="572"/>
                  <a:pt x="5018" y="632"/>
                </a:cubicBezTo>
                <a:close/>
                <a:moveTo>
                  <a:pt x="6016" y="121"/>
                </a:moveTo>
                <a:cubicBezTo>
                  <a:pt x="6004" y="112"/>
                  <a:pt x="5992" y="104"/>
                  <a:pt x="5980" y="97"/>
                </a:cubicBezTo>
                <a:cubicBezTo>
                  <a:pt x="5974" y="102"/>
                  <a:pt x="5968" y="108"/>
                  <a:pt x="5963" y="115"/>
                </a:cubicBezTo>
                <a:cubicBezTo>
                  <a:pt x="5889" y="196"/>
                  <a:pt x="5806" y="320"/>
                  <a:pt x="5763" y="495"/>
                </a:cubicBezTo>
                <a:cubicBezTo>
                  <a:pt x="5749" y="425"/>
                  <a:pt x="5730" y="356"/>
                  <a:pt x="5706" y="292"/>
                </a:cubicBezTo>
                <a:cubicBezTo>
                  <a:pt x="5754" y="185"/>
                  <a:pt x="5813" y="103"/>
                  <a:pt x="5868" y="42"/>
                </a:cubicBezTo>
                <a:cubicBezTo>
                  <a:pt x="5853" y="36"/>
                  <a:pt x="5838" y="31"/>
                  <a:pt x="5823" y="27"/>
                </a:cubicBezTo>
                <a:cubicBezTo>
                  <a:pt x="5776" y="81"/>
                  <a:pt x="5727" y="151"/>
                  <a:pt x="5684" y="236"/>
                </a:cubicBezTo>
                <a:cubicBezTo>
                  <a:pt x="5653" y="165"/>
                  <a:pt x="5616" y="99"/>
                  <a:pt x="5573" y="38"/>
                </a:cubicBezTo>
                <a:cubicBezTo>
                  <a:pt x="5566" y="29"/>
                  <a:pt x="5559" y="19"/>
                  <a:pt x="5551" y="10"/>
                </a:cubicBezTo>
                <a:cubicBezTo>
                  <a:pt x="5518" y="15"/>
                  <a:pt x="5485" y="23"/>
                  <a:pt x="5454" y="33"/>
                </a:cubicBezTo>
                <a:cubicBezTo>
                  <a:pt x="5529" y="120"/>
                  <a:pt x="5591" y="231"/>
                  <a:pt x="5633" y="358"/>
                </a:cubicBezTo>
                <a:cubicBezTo>
                  <a:pt x="5618" y="402"/>
                  <a:pt x="5604" y="450"/>
                  <a:pt x="5594" y="501"/>
                </a:cubicBezTo>
                <a:cubicBezTo>
                  <a:pt x="5564" y="366"/>
                  <a:pt x="5511" y="241"/>
                  <a:pt x="5436" y="138"/>
                </a:cubicBezTo>
                <a:cubicBezTo>
                  <a:pt x="5417" y="111"/>
                  <a:pt x="5397" y="87"/>
                  <a:pt x="5376" y="64"/>
                </a:cubicBezTo>
                <a:cubicBezTo>
                  <a:pt x="5348" y="77"/>
                  <a:pt x="5321" y="93"/>
                  <a:pt x="5296" y="110"/>
                </a:cubicBezTo>
                <a:cubicBezTo>
                  <a:pt x="5415" y="231"/>
                  <a:pt x="5500" y="417"/>
                  <a:pt x="5524" y="632"/>
                </a:cubicBezTo>
                <a:cubicBezTo>
                  <a:pt x="5618" y="632"/>
                  <a:pt x="5618" y="632"/>
                  <a:pt x="5618" y="632"/>
                </a:cubicBezTo>
                <a:cubicBezTo>
                  <a:pt x="5625" y="559"/>
                  <a:pt x="5638" y="493"/>
                  <a:pt x="5655" y="432"/>
                </a:cubicBezTo>
                <a:cubicBezTo>
                  <a:pt x="5672" y="496"/>
                  <a:pt x="5684" y="563"/>
                  <a:pt x="5691" y="632"/>
                </a:cubicBezTo>
                <a:cubicBezTo>
                  <a:pt x="5782" y="632"/>
                  <a:pt x="5782" y="632"/>
                  <a:pt x="5782" y="632"/>
                </a:cubicBezTo>
                <a:cubicBezTo>
                  <a:pt x="5809" y="397"/>
                  <a:pt x="5909" y="239"/>
                  <a:pt x="5995" y="144"/>
                </a:cubicBezTo>
                <a:cubicBezTo>
                  <a:pt x="6002" y="136"/>
                  <a:pt x="6009" y="128"/>
                  <a:pt x="6016" y="121"/>
                </a:cubicBezTo>
                <a:close/>
                <a:moveTo>
                  <a:pt x="6135" y="232"/>
                </a:moveTo>
                <a:cubicBezTo>
                  <a:pt x="6126" y="221"/>
                  <a:pt x="6116" y="210"/>
                  <a:pt x="6106" y="199"/>
                </a:cubicBezTo>
                <a:cubicBezTo>
                  <a:pt x="6009" y="299"/>
                  <a:pt x="5928" y="443"/>
                  <a:pt x="5902" y="632"/>
                </a:cubicBezTo>
                <a:cubicBezTo>
                  <a:pt x="5946" y="632"/>
                  <a:pt x="5946" y="632"/>
                  <a:pt x="5946" y="632"/>
                </a:cubicBezTo>
                <a:cubicBezTo>
                  <a:pt x="5972" y="449"/>
                  <a:pt x="6052" y="324"/>
                  <a:pt x="6121" y="248"/>
                </a:cubicBezTo>
                <a:cubicBezTo>
                  <a:pt x="6125" y="242"/>
                  <a:pt x="6130" y="237"/>
                  <a:pt x="6135" y="232"/>
                </a:cubicBezTo>
                <a:close/>
                <a:moveTo>
                  <a:pt x="6067" y="632"/>
                </a:moveTo>
                <a:cubicBezTo>
                  <a:pt x="6111" y="632"/>
                  <a:pt x="6111" y="632"/>
                  <a:pt x="6111" y="632"/>
                </a:cubicBezTo>
                <a:cubicBezTo>
                  <a:pt x="6132" y="518"/>
                  <a:pt x="6179" y="435"/>
                  <a:pt x="6224" y="378"/>
                </a:cubicBezTo>
                <a:cubicBezTo>
                  <a:pt x="6218" y="363"/>
                  <a:pt x="6211" y="349"/>
                  <a:pt x="6203" y="335"/>
                </a:cubicBezTo>
                <a:cubicBezTo>
                  <a:pt x="6140" y="408"/>
                  <a:pt x="6088" y="508"/>
                  <a:pt x="6067" y="632"/>
                </a:cubicBezTo>
                <a:close/>
                <a:moveTo>
                  <a:pt x="6272" y="530"/>
                </a:moveTo>
                <a:cubicBezTo>
                  <a:pt x="6256" y="561"/>
                  <a:pt x="6243" y="595"/>
                  <a:pt x="6233" y="632"/>
                </a:cubicBezTo>
                <a:cubicBezTo>
                  <a:pt x="6281" y="632"/>
                  <a:pt x="6281" y="632"/>
                  <a:pt x="6281" y="632"/>
                </a:cubicBezTo>
                <a:cubicBezTo>
                  <a:pt x="6281" y="597"/>
                  <a:pt x="6278" y="563"/>
                  <a:pt x="6272" y="530"/>
                </a:cubicBezTo>
                <a:close/>
                <a:moveTo>
                  <a:pt x="2296" y="27"/>
                </a:moveTo>
                <a:cubicBezTo>
                  <a:pt x="2160" y="27"/>
                  <a:pt x="2160" y="27"/>
                  <a:pt x="2160" y="27"/>
                </a:cubicBezTo>
                <a:cubicBezTo>
                  <a:pt x="2160" y="632"/>
                  <a:pt x="2160" y="632"/>
                  <a:pt x="2160" y="632"/>
                </a:cubicBezTo>
                <a:cubicBezTo>
                  <a:pt x="2533" y="632"/>
                  <a:pt x="2533" y="632"/>
                  <a:pt x="2533" y="632"/>
                </a:cubicBezTo>
                <a:cubicBezTo>
                  <a:pt x="2533" y="513"/>
                  <a:pt x="2533" y="513"/>
                  <a:pt x="2533" y="513"/>
                </a:cubicBezTo>
                <a:cubicBezTo>
                  <a:pt x="2296" y="513"/>
                  <a:pt x="2296" y="513"/>
                  <a:pt x="2296" y="513"/>
                </a:cubicBezTo>
                <a:lnTo>
                  <a:pt x="2296" y="27"/>
                </a:lnTo>
                <a:close/>
                <a:moveTo>
                  <a:pt x="3285" y="27"/>
                </a:moveTo>
                <a:cubicBezTo>
                  <a:pt x="3236" y="27"/>
                  <a:pt x="3236" y="27"/>
                  <a:pt x="3236" y="27"/>
                </a:cubicBezTo>
                <a:cubicBezTo>
                  <a:pt x="3236" y="632"/>
                  <a:pt x="3236" y="632"/>
                  <a:pt x="3236" y="632"/>
                </a:cubicBezTo>
                <a:cubicBezTo>
                  <a:pt x="3561" y="632"/>
                  <a:pt x="3561" y="632"/>
                  <a:pt x="3561" y="632"/>
                </a:cubicBezTo>
                <a:cubicBezTo>
                  <a:pt x="3561" y="588"/>
                  <a:pt x="3561" y="588"/>
                  <a:pt x="3561" y="588"/>
                </a:cubicBezTo>
                <a:cubicBezTo>
                  <a:pt x="3285" y="588"/>
                  <a:pt x="3285" y="588"/>
                  <a:pt x="3285" y="588"/>
                </a:cubicBezTo>
                <a:lnTo>
                  <a:pt x="3285" y="27"/>
                </a:lnTo>
                <a:close/>
                <a:moveTo>
                  <a:pt x="3618" y="632"/>
                </a:moveTo>
                <a:cubicBezTo>
                  <a:pt x="3667" y="632"/>
                  <a:pt x="3667" y="632"/>
                  <a:pt x="3667" y="632"/>
                </a:cubicBezTo>
                <a:cubicBezTo>
                  <a:pt x="3667" y="27"/>
                  <a:pt x="3667" y="27"/>
                  <a:pt x="3667" y="27"/>
                </a:cubicBezTo>
                <a:cubicBezTo>
                  <a:pt x="3618" y="27"/>
                  <a:pt x="3618" y="27"/>
                  <a:pt x="3618" y="27"/>
                </a:cubicBezTo>
                <a:lnTo>
                  <a:pt x="3618" y="632"/>
                </a:lnTo>
                <a:close/>
                <a:moveTo>
                  <a:pt x="4462" y="344"/>
                </a:moveTo>
                <a:cubicBezTo>
                  <a:pt x="4729" y="344"/>
                  <a:pt x="4729" y="344"/>
                  <a:pt x="4729" y="344"/>
                </a:cubicBezTo>
                <a:cubicBezTo>
                  <a:pt x="4729" y="300"/>
                  <a:pt x="4729" y="300"/>
                  <a:pt x="4729" y="300"/>
                </a:cubicBezTo>
                <a:cubicBezTo>
                  <a:pt x="4462" y="300"/>
                  <a:pt x="4462" y="300"/>
                  <a:pt x="4462" y="300"/>
                </a:cubicBezTo>
                <a:cubicBezTo>
                  <a:pt x="4462" y="71"/>
                  <a:pt x="4462" y="71"/>
                  <a:pt x="4462" y="71"/>
                </a:cubicBezTo>
                <a:cubicBezTo>
                  <a:pt x="4749" y="71"/>
                  <a:pt x="4749" y="71"/>
                  <a:pt x="4749" y="71"/>
                </a:cubicBezTo>
                <a:cubicBezTo>
                  <a:pt x="4749" y="27"/>
                  <a:pt x="4749" y="27"/>
                  <a:pt x="4749" y="27"/>
                </a:cubicBezTo>
                <a:cubicBezTo>
                  <a:pt x="4413" y="27"/>
                  <a:pt x="4413" y="27"/>
                  <a:pt x="4413" y="27"/>
                </a:cubicBezTo>
                <a:cubicBezTo>
                  <a:pt x="4413" y="632"/>
                  <a:pt x="4413" y="632"/>
                  <a:pt x="4413" y="632"/>
                </a:cubicBezTo>
                <a:cubicBezTo>
                  <a:pt x="4759" y="632"/>
                  <a:pt x="4759" y="632"/>
                  <a:pt x="4759" y="632"/>
                </a:cubicBezTo>
                <a:cubicBezTo>
                  <a:pt x="4759" y="588"/>
                  <a:pt x="4759" y="588"/>
                  <a:pt x="4759" y="588"/>
                </a:cubicBezTo>
                <a:cubicBezTo>
                  <a:pt x="4462" y="588"/>
                  <a:pt x="4462" y="588"/>
                  <a:pt x="4462" y="588"/>
                </a:cubicBezTo>
                <a:lnTo>
                  <a:pt x="4462" y="344"/>
                </a:lnTo>
                <a:close/>
                <a:moveTo>
                  <a:pt x="4249" y="588"/>
                </a:moveTo>
                <a:cubicBezTo>
                  <a:pt x="4239" y="588"/>
                  <a:pt x="4239" y="588"/>
                  <a:pt x="4239" y="588"/>
                </a:cubicBezTo>
                <a:cubicBezTo>
                  <a:pt x="3888" y="27"/>
                  <a:pt x="3888" y="27"/>
                  <a:pt x="3888" y="27"/>
                </a:cubicBezTo>
                <a:cubicBezTo>
                  <a:pt x="3800" y="27"/>
                  <a:pt x="3800" y="27"/>
                  <a:pt x="3800" y="27"/>
                </a:cubicBezTo>
                <a:cubicBezTo>
                  <a:pt x="3800" y="632"/>
                  <a:pt x="3800" y="632"/>
                  <a:pt x="3800" y="632"/>
                </a:cubicBezTo>
                <a:cubicBezTo>
                  <a:pt x="3849" y="632"/>
                  <a:pt x="3849" y="632"/>
                  <a:pt x="3849" y="632"/>
                </a:cubicBezTo>
                <a:cubicBezTo>
                  <a:pt x="3849" y="71"/>
                  <a:pt x="3849" y="71"/>
                  <a:pt x="3849" y="71"/>
                </a:cubicBezTo>
                <a:cubicBezTo>
                  <a:pt x="3861" y="71"/>
                  <a:pt x="3861" y="71"/>
                  <a:pt x="3861" y="71"/>
                </a:cubicBezTo>
                <a:cubicBezTo>
                  <a:pt x="4211" y="632"/>
                  <a:pt x="4211" y="632"/>
                  <a:pt x="4211" y="632"/>
                </a:cubicBezTo>
                <a:cubicBezTo>
                  <a:pt x="4298" y="632"/>
                  <a:pt x="4298" y="632"/>
                  <a:pt x="4298" y="632"/>
                </a:cubicBezTo>
                <a:cubicBezTo>
                  <a:pt x="4298" y="27"/>
                  <a:pt x="4298" y="27"/>
                  <a:pt x="4298" y="27"/>
                </a:cubicBezTo>
                <a:cubicBezTo>
                  <a:pt x="4249" y="27"/>
                  <a:pt x="4249" y="27"/>
                  <a:pt x="4249" y="27"/>
                </a:cubicBezTo>
                <a:lnTo>
                  <a:pt x="4249" y="588"/>
                </a:lnTo>
                <a:close/>
                <a:moveTo>
                  <a:pt x="614" y="513"/>
                </a:moveTo>
                <a:cubicBezTo>
                  <a:pt x="604" y="513"/>
                  <a:pt x="604" y="513"/>
                  <a:pt x="604" y="513"/>
                </a:cubicBezTo>
                <a:cubicBezTo>
                  <a:pt x="505" y="43"/>
                  <a:pt x="505" y="43"/>
                  <a:pt x="505" y="43"/>
                </a:cubicBezTo>
                <a:cubicBezTo>
                  <a:pt x="363" y="43"/>
                  <a:pt x="363" y="43"/>
                  <a:pt x="363" y="43"/>
                </a:cubicBezTo>
                <a:cubicBezTo>
                  <a:pt x="274" y="513"/>
                  <a:pt x="274" y="513"/>
                  <a:pt x="274" y="513"/>
                </a:cubicBezTo>
                <a:cubicBezTo>
                  <a:pt x="261" y="513"/>
                  <a:pt x="261" y="513"/>
                  <a:pt x="261" y="513"/>
                </a:cubicBezTo>
                <a:cubicBezTo>
                  <a:pt x="139" y="27"/>
                  <a:pt x="139" y="27"/>
                  <a:pt x="139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150" y="632"/>
                  <a:pt x="150" y="632"/>
                  <a:pt x="150" y="632"/>
                </a:cubicBezTo>
                <a:cubicBezTo>
                  <a:pt x="358" y="632"/>
                  <a:pt x="358" y="632"/>
                  <a:pt x="358" y="632"/>
                </a:cubicBezTo>
                <a:cubicBezTo>
                  <a:pt x="433" y="263"/>
                  <a:pt x="433" y="263"/>
                  <a:pt x="433" y="263"/>
                </a:cubicBezTo>
                <a:cubicBezTo>
                  <a:pt x="514" y="632"/>
                  <a:pt x="514" y="632"/>
                  <a:pt x="514" y="632"/>
                </a:cubicBezTo>
                <a:cubicBezTo>
                  <a:pt x="726" y="632"/>
                  <a:pt x="726" y="632"/>
                  <a:pt x="726" y="632"/>
                </a:cubicBezTo>
                <a:cubicBezTo>
                  <a:pt x="859" y="27"/>
                  <a:pt x="859" y="27"/>
                  <a:pt x="859" y="27"/>
                </a:cubicBezTo>
                <a:cubicBezTo>
                  <a:pt x="719" y="27"/>
                  <a:pt x="719" y="27"/>
                  <a:pt x="719" y="27"/>
                </a:cubicBezTo>
                <a:lnTo>
                  <a:pt x="614" y="513"/>
                </a:lnTo>
                <a:close/>
                <a:moveTo>
                  <a:pt x="3061" y="111"/>
                </a:moveTo>
                <a:cubicBezTo>
                  <a:pt x="3116" y="166"/>
                  <a:pt x="3143" y="241"/>
                  <a:pt x="3143" y="319"/>
                </a:cubicBezTo>
                <a:cubicBezTo>
                  <a:pt x="3144" y="362"/>
                  <a:pt x="3139" y="404"/>
                  <a:pt x="3122" y="445"/>
                </a:cubicBezTo>
                <a:cubicBezTo>
                  <a:pt x="3094" y="520"/>
                  <a:pt x="3035" y="579"/>
                  <a:pt x="2958" y="610"/>
                </a:cubicBezTo>
                <a:cubicBezTo>
                  <a:pt x="2917" y="627"/>
                  <a:pt x="2869" y="635"/>
                  <a:pt x="2814" y="635"/>
                </a:cubicBezTo>
                <a:cubicBezTo>
                  <a:pt x="2590" y="635"/>
                  <a:pt x="2590" y="635"/>
                  <a:pt x="2590" y="635"/>
                </a:cubicBezTo>
                <a:cubicBezTo>
                  <a:pt x="2590" y="22"/>
                  <a:pt x="2590" y="22"/>
                  <a:pt x="2590" y="22"/>
                </a:cubicBezTo>
                <a:cubicBezTo>
                  <a:pt x="2814" y="22"/>
                  <a:pt x="2814" y="22"/>
                  <a:pt x="2814" y="22"/>
                </a:cubicBezTo>
                <a:cubicBezTo>
                  <a:pt x="2912" y="22"/>
                  <a:pt x="2996" y="48"/>
                  <a:pt x="3061" y="111"/>
                </a:cubicBezTo>
                <a:close/>
                <a:moveTo>
                  <a:pt x="2988" y="244"/>
                </a:moveTo>
                <a:cubicBezTo>
                  <a:pt x="2971" y="199"/>
                  <a:pt x="2939" y="168"/>
                  <a:pt x="2894" y="152"/>
                </a:cubicBezTo>
                <a:cubicBezTo>
                  <a:pt x="2872" y="145"/>
                  <a:pt x="2846" y="141"/>
                  <a:pt x="2817" y="141"/>
                </a:cubicBezTo>
                <a:cubicBezTo>
                  <a:pt x="2726" y="141"/>
                  <a:pt x="2726" y="141"/>
                  <a:pt x="2726" y="141"/>
                </a:cubicBezTo>
                <a:cubicBezTo>
                  <a:pt x="2726" y="516"/>
                  <a:pt x="2726" y="516"/>
                  <a:pt x="2726" y="516"/>
                </a:cubicBezTo>
                <a:cubicBezTo>
                  <a:pt x="2817" y="516"/>
                  <a:pt x="2817" y="516"/>
                  <a:pt x="2817" y="516"/>
                </a:cubicBezTo>
                <a:cubicBezTo>
                  <a:pt x="2846" y="516"/>
                  <a:pt x="2872" y="512"/>
                  <a:pt x="2894" y="504"/>
                </a:cubicBezTo>
                <a:cubicBezTo>
                  <a:pt x="2939" y="487"/>
                  <a:pt x="2971" y="455"/>
                  <a:pt x="2988" y="410"/>
                </a:cubicBezTo>
                <a:cubicBezTo>
                  <a:pt x="3006" y="362"/>
                  <a:pt x="3005" y="291"/>
                  <a:pt x="2988" y="244"/>
                </a:cubicBezTo>
                <a:close/>
                <a:moveTo>
                  <a:pt x="1426" y="107"/>
                </a:moveTo>
                <a:cubicBezTo>
                  <a:pt x="1484" y="169"/>
                  <a:pt x="1512" y="254"/>
                  <a:pt x="1508" y="337"/>
                </a:cubicBezTo>
                <a:cubicBezTo>
                  <a:pt x="1507" y="453"/>
                  <a:pt x="1437" y="570"/>
                  <a:pt x="1328" y="620"/>
                </a:cubicBezTo>
                <a:cubicBezTo>
                  <a:pt x="1250" y="658"/>
                  <a:pt x="1120" y="658"/>
                  <a:pt x="1042" y="620"/>
                </a:cubicBezTo>
                <a:cubicBezTo>
                  <a:pt x="932" y="569"/>
                  <a:pt x="863" y="453"/>
                  <a:pt x="862" y="337"/>
                </a:cubicBezTo>
                <a:cubicBezTo>
                  <a:pt x="860" y="293"/>
                  <a:pt x="866" y="250"/>
                  <a:pt x="882" y="207"/>
                </a:cubicBezTo>
                <a:cubicBezTo>
                  <a:pt x="910" y="131"/>
                  <a:pt x="968" y="69"/>
                  <a:pt x="1044" y="36"/>
                </a:cubicBezTo>
                <a:cubicBezTo>
                  <a:pt x="1121" y="0"/>
                  <a:pt x="1248" y="0"/>
                  <a:pt x="1325" y="36"/>
                </a:cubicBezTo>
                <a:cubicBezTo>
                  <a:pt x="1365" y="53"/>
                  <a:pt x="1399" y="77"/>
                  <a:pt x="1426" y="107"/>
                </a:cubicBezTo>
                <a:close/>
                <a:moveTo>
                  <a:pt x="1367" y="329"/>
                </a:moveTo>
                <a:cubicBezTo>
                  <a:pt x="1367" y="203"/>
                  <a:pt x="1286" y="133"/>
                  <a:pt x="1185" y="133"/>
                </a:cubicBezTo>
                <a:cubicBezTo>
                  <a:pt x="1066" y="133"/>
                  <a:pt x="1004" y="220"/>
                  <a:pt x="1004" y="329"/>
                </a:cubicBezTo>
                <a:cubicBezTo>
                  <a:pt x="1004" y="434"/>
                  <a:pt x="1070" y="525"/>
                  <a:pt x="1185" y="525"/>
                </a:cubicBezTo>
                <a:cubicBezTo>
                  <a:pt x="1299" y="525"/>
                  <a:pt x="1367" y="435"/>
                  <a:pt x="1367" y="329"/>
                </a:cubicBezTo>
                <a:close/>
                <a:moveTo>
                  <a:pt x="1948" y="415"/>
                </a:moveTo>
                <a:cubicBezTo>
                  <a:pt x="2103" y="632"/>
                  <a:pt x="2103" y="632"/>
                  <a:pt x="2103" y="632"/>
                </a:cubicBezTo>
                <a:cubicBezTo>
                  <a:pt x="1945" y="632"/>
                  <a:pt x="1945" y="632"/>
                  <a:pt x="1945" y="632"/>
                </a:cubicBezTo>
                <a:cubicBezTo>
                  <a:pt x="1817" y="445"/>
                  <a:pt x="1817" y="445"/>
                  <a:pt x="1817" y="445"/>
                </a:cubicBezTo>
                <a:cubicBezTo>
                  <a:pt x="1814" y="445"/>
                  <a:pt x="1716" y="445"/>
                  <a:pt x="1714" y="445"/>
                </a:cubicBezTo>
                <a:cubicBezTo>
                  <a:pt x="1714" y="632"/>
                  <a:pt x="1714" y="632"/>
                  <a:pt x="1714" y="632"/>
                </a:cubicBezTo>
                <a:cubicBezTo>
                  <a:pt x="1578" y="632"/>
                  <a:pt x="1578" y="632"/>
                  <a:pt x="1578" y="632"/>
                </a:cubicBezTo>
                <a:cubicBezTo>
                  <a:pt x="1578" y="22"/>
                  <a:pt x="1578" y="22"/>
                  <a:pt x="1578" y="22"/>
                </a:cubicBezTo>
                <a:cubicBezTo>
                  <a:pt x="1816" y="22"/>
                  <a:pt x="1816" y="22"/>
                  <a:pt x="1816" y="22"/>
                </a:cubicBezTo>
                <a:cubicBezTo>
                  <a:pt x="1903" y="23"/>
                  <a:pt x="1985" y="43"/>
                  <a:pt x="2032" y="113"/>
                </a:cubicBezTo>
                <a:cubicBezTo>
                  <a:pt x="2052" y="143"/>
                  <a:pt x="2062" y="180"/>
                  <a:pt x="2062" y="225"/>
                </a:cubicBezTo>
                <a:cubicBezTo>
                  <a:pt x="2064" y="271"/>
                  <a:pt x="2054" y="318"/>
                  <a:pt x="2032" y="350"/>
                </a:cubicBezTo>
                <a:cubicBezTo>
                  <a:pt x="2012" y="379"/>
                  <a:pt x="1984" y="401"/>
                  <a:pt x="1948" y="415"/>
                </a:cubicBezTo>
                <a:close/>
                <a:moveTo>
                  <a:pt x="1908" y="183"/>
                </a:moveTo>
                <a:cubicBezTo>
                  <a:pt x="1900" y="168"/>
                  <a:pt x="1888" y="157"/>
                  <a:pt x="1874" y="149"/>
                </a:cubicBezTo>
                <a:cubicBezTo>
                  <a:pt x="1860" y="141"/>
                  <a:pt x="1842" y="141"/>
                  <a:pt x="1823" y="141"/>
                </a:cubicBezTo>
                <a:cubicBezTo>
                  <a:pt x="1714" y="141"/>
                  <a:pt x="1714" y="141"/>
                  <a:pt x="1714" y="141"/>
                </a:cubicBezTo>
                <a:cubicBezTo>
                  <a:pt x="1714" y="331"/>
                  <a:pt x="1714" y="331"/>
                  <a:pt x="1714" y="331"/>
                </a:cubicBezTo>
                <a:cubicBezTo>
                  <a:pt x="1823" y="331"/>
                  <a:pt x="1823" y="331"/>
                  <a:pt x="1823" y="331"/>
                </a:cubicBezTo>
                <a:cubicBezTo>
                  <a:pt x="1860" y="331"/>
                  <a:pt x="1890" y="316"/>
                  <a:pt x="1908" y="285"/>
                </a:cubicBezTo>
                <a:cubicBezTo>
                  <a:pt x="1925" y="257"/>
                  <a:pt x="1924" y="211"/>
                  <a:pt x="1908" y="183"/>
                </a:cubicBezTo>
                <a:close/>
              </a:path>
            </a:pathLst>
          </a:custGeom>
          <a:solidFill>
            <a:schemeClr val="bg1"/>
          </a:solidFill>
          <a:ln w="0" cap="flat" cmpd="sng" algn="ctr">
            <a:solidFill>
              <a:schemeClr val="bg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/>
              </a:buClr>
              <a:buFontTx/>
              <a:buNone/>
              <a:defRPr sz="330" b="1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91600" indent="-1044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8000" indent="-72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800" b="0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itchFamily="34" charset="0"/>
              <a:buNone/>
              <a:defRPr sz="1500" b="1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b="0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916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b="0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648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800" b="0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800" b="0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 sz="1200" b="0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3623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9" userDrawn="1">
          <p15:clr>
            <a:srgbClr val="FFFFFF"/>
          </p15:clr>
        </p15:guide>
        <p15:guide id="2" orient="horz" pos="1117" userDrawn="1">
          <p15:clr>
            <a:srgbClr val="FFFFFF"/>
          </p15:clr>
        </p15:guide>
        <p15:guide id="3" orient="horz" pos="2122" userDrawn="1">
          <p15:clr>
            <a:srgbClr val="FFFFFF"/>
          </p15:clr>
        </p15:guide>
        <p15:guide id="4" pos="2880" userDrawn="1">
          <p15:clr>
            <a:srgbClr val="FFFFFF"/>
          </p15:clr>
        </p15:guide>
        <p15:guide id="5" orient="horz" pos="149" userDrawn="1">
          <p15:clr>
            <a:srgbClr val="FFFFFF"/>
          </p15:clr>
        </p15:guide>
        <p15:guide id="6" pos="5549" userDrawn="1">
          <p15:clr>
            <a:srgbClr val="FFFF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itle onl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JU-Free)">
            <a:extLst>
              <a:ext uri="{FF2B5EF4-FFF2-40B4-BE49-F238E27FC236}">
                <a16:creationId xmlns:a16="http://schemas.microsoft.com/office/drawing/2014/main" id="{B78B0A7F-B939-9162-E139-64BED44D0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264240"/>
            <a:ext cx="8424359" cy="47124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4" name="Subtitle 2  [PHJU] (JU-Free)">
            <a:extLst>
              <a:ext uri="{FF2B5EF4-FFF2-40B4-BE49-F238E27FC236}">
                <a16:creationId xmlns:a16="http://schemas.microsoft.com/office/drawing/2014/main" id="{B402D065-1D37-385F-AEBD-F74B779A7D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828720"/>
            <a:ext cx="8424359" cy="3585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1200" b="1" cap="none" baseline="0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575" b="0"/>
            </a:lvl2pPr>
            <a:lvl3pPr marL="0" indent="0">
              <a:lnSpc>
                <a:spcPct val="100000"/>
              </a:lnSpc>
              <a:buNone/>
              <a:defRPr sz="1575" b="0"/>
            </a:lvl3pPr>
            <a:lvl4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5pPr>
            <a:lvl6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6pPr>
            <a:lvl7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7pPr>
            <a:lvl8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8" name="Placeholder 11 [PHJU] (JU-Free)">
            <a:extLst>
              <a:ext uri="{FF2B5EF4-FFF2-40B4-BE49-F238E27FC236}">
                <a16:creationId xmlns:a16="http://schemas.microsoft.com/office/drawing/2014/main" id="{0FAE5CDA-4E2F-D7F7-2549-2FA382A4D7CE}"/>
              </a:ext>
            </a:extLst>
          </p:cNvPr>
          <p:cNvSpPr>
            <a:spLocks noGrp="1"/>
          </p:cNvSpPr>
          <p:nvPr>
            <p:ph type="body" sz="quarter" idx="1029" hasCustomPrompt="1"/>
          </p:nvPr>
        </p:nvSpPr>
        <p:spPr>
          <a:xfrm>
            <a:off x="359998" y="1415845"/>
            <a:ext cx="8424359" cy="321123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[Text]</a:t>
            </a:r>
          </a:p>
        </p:txBody>
      </p:sp>
    </p:spTree>
    <p:extLst>
      <p:ext uri="{BB962C8B-B14F-4D97-AF65-F5344CB8AC3E}">
        <p14:creationId xmlns:p14="http://schemas.microsoft.com/office/powerpoint/2010/main" val="359062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3" userDrawn="1">
          <p15:clr>
            <a:srgbClr val="46BEAA"/>
          </p15:clr>
        </p15:guide>
        <p15:guide id="2" orient="horz" pos="747" userDrawn="1">
          <p15:clr>
            <a:srgbClr val="46BEAA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[Title only]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JU-Free)">
            <a:extLst>
              <a:ext uri="{FF2B5EF4-FFF2-40B4-BE49-F238E27FC236}">
                <a16:creationId xmlns:a16="http://schemas.microsoft.com/office/drawing/2014/main" id="{B78B0A7F-B939-9162-E139-64BED44D0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264240"/>
            <a:ext cx="8424359" cy="471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4" name="Subtitle 2  [PHJU] (JU-Free)">
            <a:extLst>
              <a:ext uri="{FF2B5EF4-FFF2-40B4-BE49-F238E27FC236}">
                <a16:creationId xmlns:a16="http://schemas.microsoft.com/office/drawing/2014/main" id="{B402D065-1D37-385F-AEBD-F74B779A7D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828720"/>
            <a:ext cx="8424359" cy="3585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12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575" b="0"/>
            </a:lvl2pPr>
            <a:lvl3pPr marL="0" indent="0">
              <a:lnSpc>
                <a:spcPct val="100000"/>
              </a:lnSpc>
              <a:buNone/>
              <a:defRPr sz="1575" b="0"/>
            </a:lvl3pPr>
            <a:lvl4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5pPr>
            <a:lvl6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6pPr>
            <a:lvl7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7pPr>
            <a:lvl8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8" name="Placeholder 11 [PHJU] (JU-Free)">
            <a:extLst>
              <a:ext uri="{FF2B5EF4-FFF2-40B4-BE49-F238E27FC236}">
                <a16:creationId xmlns:a16="http://schemas.microsoft.com/office/drawing/2014/main" id="{0FAE5CDA-4E2F-D7F7-2549-2FA382A4D7CE}"/>
              </a:ext>
            </a:extLst>
          </p:cNvPr>
          <p:cNvSpPr>
            <a:spLocks noGrp="1"/>
          </p:cNvSpPr>
          <p:nvPr>
            <p:ph type="body" sz="quarter" idx="1029" hasCustomPrompt="1"/>
          </p:nvPr>
        </p:nvSpPr>
        <p:spPr>
          <a:xfrm>
            <a:off x="359998" y="1415845"/>
            <a:ext cx="8424359" cy="3211234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[Text]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8C547FB-968A-4EA3-061B-0B895D5415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01" y="4756540"/>
            <a:ext cx="1617205" cy="26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70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3" userDrawn="1">
          <p15:clr>
            <a:srgbClr val="46BEAA"/>
          </p15:clr>
        </p15:guide>
        <p15:guide id="2" orient="horz" pos="747" userDrawn="1">
          <p15:clr>
            <a:srgbClr val="46BEAA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[Title only]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JU-Free)">
            <a:extLst>
              <a:ext uri="{FF2B5EF4-FFF2-40B4-BE49-F238E27FC236}">
                <a16:creationId xmlns:a16="http://schemas.microsoft.com/office/drawing/2014/main" id="{B78B0A7F-B939-9162-E139-64BED44D0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264240"/>
            <a:ext cx="8424359" cy="471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4" name="Subtitle 2  [PHJU] (JU-Free)">
            <a:extLst>
              <a:ext uri="{FF2B5EF4-FFF2-40B4-BE49-F238E27FC236}">
                <a16:creationId xmlns:a16="http://schemas.microsoft.com/office/drawing/2014/main" id="{B402D065-1D37-385F-AEBD-F74B779A7D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828720"/>
            <a:ext cx="8424359" cy="3585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12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575" b="0"/>
            </a:lvl2pPr>
            <a:lvl3pPr marL="0" indent="0">
              <a:lnSpc>
                <a:spcPct val="100000"/>
              </a:lnSpc>
              <a:buNone/>
              <a:defRPr sz="1575" b="0"/>
            </a:lvl3pPr>
            <a:lvl4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5pPr>
            <a:lvl6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6pPr>
            <a:lvl7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7pPr>
            <a:lvl8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8" name="Placeholder 11 [PHJU] (JU-Free)">
            <a:extLst>
              <a:ext uri="{FF2B5EF4-FFF2-40B4-BE49-F238E27FC236}">
                <a16:creationId xmlns:a16="http://schemas.microsoft.com/office/drawing/2014/main" id="{0FAE5CDA-4E2F-D7F7-2549-2FA382A4D7CE}"/>
              </a:ext>
            </a:extLst>
          </p:cNvPr>
          <p:cNvSpPr>
            <a:spLocks noGrp="1"/>
          </p:cNvSpPr>
          <p:nvPr>
            <p:ph type="body" sz="quarter" idx="1029" hasCustomPrompt="1"/>
          </p:nvPr>
        </p:nvSpPr>
        <p:spPr>
          <a:xfrm>
            <a:off x="359998" y="1415845"/>
            <a:ext cx="8424359" cy="3211234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[Text]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8C547FB-968A-4EA3-061B-0B895D5415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01" y="4756540"/>
            <a:ext cx="1617205" cy="26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692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3" userDrawn="1">
          <p15:clr>
            <a:srgbClr val="46BEAA"/>
          </p15:clr>
        </p15:guide>
        <p15:guide id="2" orient="horz" pos="747" userDrawn="1">
          <p15:clr>
            <a:srgbClr val="46BEAA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Content slide (Green-Purple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 (JU-Free)">
            <a:extLst>
              <a:ext uri="{FF2B5EF4-FFF2-40B4-BE49-F238E27FC236}">
                <a16:creationId xmlns:a16="http://schemas.microsoft.com/office/drawing/2014/main" id="{A1BB9E78-A578-9E05-903A-60B7F3749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64240"/>
            <a:ext cx="8424359" cy="47124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8" name="Subtitle 2  [PHJU] (JU-Free)">
            <a:extLst>
              <a:ext uri="{FF2B5EF4-FFF2-40B4-BE49-F238E27FC236}">
                <a16:creationId xmlns:a16="http://schemas.microsoft.com/office/drawing/2014/main" id="{59777863-FE4E-5228-B176-7188929216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1" y="828720"/>
            <a:ext cx="8424359" cy="3585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12" name="Picture_placeholder JU 3  [PHJU] (JU-Free)">
            <a:extLst>
              <a:ext uri="{FF2B5EF4-FFF2-40B4-BE49-F238E27FC236}">
                <a16:creationId xmlns:a16="http://schemas.microsoft.com/office/drawing/2014/main" id="{B00D7D64-54BC-E687-ED6F-2E91C4E94CA6}"/>
              </a:ext>
            </a:extLst>
          </p:cNvPr>
          <p:cNvSpPr>
            <a:spLocks noGrp="1"/>
          </p:cNvSpPr>
          <p:nvPr>
            <p:ph type="pic" sz="quarter" idx="1009" hasCustomPrompt="1"/>
          </p:nvPr>
        </p:nvSpPr>
        <p:spPr bwMode="gray">
          <a:xfrm>
            <a:off x="360000" y="1534307"/>
            <a:ext cx="504027" cy="504016"/>
          </a:xfrm>
          <a:custGeom>
            <a:avLst/>
            <a:gdLst>
              <a:gd name="connsiteX0" fmla="*/ 504026 w 504027"/>
              <a:gd name="connsiteY0" fmla="*/ 504014 h 504016"/>
              <a:gd name="connsiteX1" fmla="*/ 504027 w 504027"/>
              <a:gd name="connsiteY1" fmla="*/ 504014 h 504016"/>
              <a:gd name="connsiteX2" fmla="*/ 504027 w 504027"/>
              <a:gd name="connsiteY2" fmla="*/ 504016 h 504016"/>
              <a:gd name="connsiteX3" fmla="*/ 504026 w 504027"/>
              <a:gd name="connsiteY3" fmla="*/ 504016 h 504016"/>
              <a:gd name="connsiteX4" fmla="*/ 13 w 504027"/>
              <a:gd name="connsiteY4" fmla="*/ 13 h 504016"/>
              <a:gd name="connsiteX5" fmla="*/ 504013 w 504027"/>
              <a:gd name="connsiteY5" fmla="*/ 13 h 504016"/>
              <a:gd name="connsiteX6" fmla="*/ 504013 w 504027"/>
              <a:gd name="connsiteY6" fmla="*/ 504013 h 504016"/>
              <a:gd name="connsiteX7" fmla="*/ 13 w 504027"/>
              <a:gd name="connsiteY7" fmla="*/ 504013 h 504016"/>
              <a:gd name="connsiteX8" fmla="*/ 0 w 504027"/>
              <a:gd name="connsiteY8" fmla="*/ 0 h 504016"/>
              <a:gd name="connsiteX9" fmla="*/ 2 w 504027"/>
              <a:gd name="connsiteY9" fmla="*/ 0 h 504016"/>
              <a:gd name="connsiteX10" fmla="*/ 2 w 504027"/>
              <a:gd name="connsiteY10" fmla="*/ 2 h 504016"/>
              <a:gd name="connsiteX11" fmla="*/ 0 w 504027"/>
              <a:gd name="connsiteY11" fmla="*/ 2 h 504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027" h="504016">
                <a:moveTo>
                  <a:pt x="504026" y="504014"/>
                </a:moveTo>
                <a:lnTo>
                  <a:pt x="504027" y="504014"/>
                </a:lnTo>
                <a:lnTo>
                  <a:pt x="504027" y="504016"/>
                </a:lnTo>
                <a:lnTo>
                  <a:pt x="504026" y="504016"/>
                </a:lnTo>
                <a:close/>
                <a:moveTo>
                  <a:pt x="13" y="13"/>
                </a:moveTo>
                <a:lnTo>
                  <a:pt x="504013" y="13"/>
                </a:lnTo>
                <a:lnTo>
                  <a:pt x="504013" y="504013"/>
                </a:lnTo>
                <a:lnTo>
                  <a:pt x="13" y="504013"/>
                </a:lnTo>
                <a:close/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202500" indent="-20250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50"/>
            </a:lvl1pPr>
          </a:lstStyle>
          <a:p>
            <a:r>
              <a:rPr lang="en-GB" dirty="0"/>
              <a:t>[icon]</a:t>
            </a:r>
          </a:p>
        </p:txBody>
      </p:sp>
      <p:sp>
        <p:nvSpPr>
          <p:cNvPr id="25" name="Subtitle 4 [PHJU] (JU-Free)">
            <a:extLst>
              <a:ext uri="{FF2B5EF4-FFF2-40B4-BE49-F238E27FC236}">
                <a16:creationId xmlns:a16="http://schemas.microsoft.com/office/drawing/2014/main" id="{13866EF6-91DC-5CF6-3CF2-8CDA3BF0F63F}"/>
              </a:ext>
            </a:extLst>
          </p:cNvPr>
          <p:cNvSpPr>
            <a:spLocks noGrp="1"/>
          </p:cNvSpPr>
          <p:nvPr>
            <p:ph type="body" sz="quarter" idx="1022" hasCustomPrompt="1"/>
          </p:nvPr>
        </p:nvSpPr>
        <p:spPr bwMode="gray">
          <a:xfrm>
            <a:off x="1018162" y="1659382"/>
            <a:ext cx="4870315" cy="27302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23" name="Rectangle: Rounded Rectangles 5">
            <a:extLst>
              <a:ext uri="{FF2B5EF4-FFF2-40B4-BE49-F238E27FC236}">
                <a16:creationId xmlns:a16="http://schemas.microsoft.com/office/drawing/2014/main" id="{BA4476F2-08D5-52F6-BAAE-12F11D4906DC}"/>
              </a:ext>
            </a:extLst>
          </p:cNvPr>
          <p:cNvSpPr>
            <a:spLocks noSelect="1"/>
          </p:cNvSpPr>
          <p:nvPr userDrawn="1"/>
        </p:nvSpPr>
        <p:spPr>
          <a:xfrm>
            <a:off x="6127200" y="1404000"/>
            <a:ext cx="2666100" cy="3240720"/>
          </a:xfrm>
          <a:prstGeom prst="roundRect">
            <a:avLst>
              <a:gd name="adj" fmla="val 4300"/>
            </a:avLst>
          </a:prstGeom>
          <a:gradFill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135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Picture_placeholder JU 6  [PHJU] (JU-Free)">
            <a:extLst>
              <a:ext uri="{FF2B5EF4-FFF2-40B4-BE49-F238E27FC236}">
                <a16:creationId xmlns:a16="http://schemas.microsoft.com/office/drawing/2014/main" id="{99192847-9E8E-6CD0-DA86-F937A031CDF0}"/>
              </a:ext>
            </a:extLst>
          </p:cNvPr>
          <p:cNvSpPr>
            <a:spLocks noGrp="1"/>
          </p:cNvSpPr>
          <p:nvPr>
            <p:ph type="pic" sz="quarter" idx="1010" hasCustomPrompt="1"/>
          </p:nvPr>
        </p:nvSpPr>
        <p:spPr bwMode="gray">
          <a:xfrm>
            <a:off x="6181200" y="1534477"/>
            <a:ext cx="504028" cy="504016"/>
          </a:xfrm>
          <a:custGeom>
            <a:avLst/>
            <a:gdLst>
              <a:gd name="connsiteX0" fmla="*/ 504026 w 504028"/>
              <a:gd name="connsiteY0" fmla="*/ 504014 h 504016"/>
              <a:gd name="connsiteX1" fmla="*/ 504028 w 504028"/>
              <a:gd name="connsiteY1" fmla="*/ 504014 h 504016"/>
              <a:gd name="connsiteX2" fmla="*/ 504028 w 504028"/>
              <a:gd name="connsiteY2" fmla="*/ 504016 h 504016"/>
              <a:gd name="connsiteX3" fmla="*/ 504026 w 504028"/>
              <a:gd name="connsiteY3" fmla="*/ 504016 h 504016"/>
              <a:gd name="connsiteX4" fmla="*/ 13 w 504028"/>
              <a:gd name="connsiteY4" fmla="*/ 13 h 504016"/>
              <a:gd name="connsiteX5" fmla="*/ 504013 w 504028"/>
              <a:gd name="connsiteY5" fmla="*/ 13 h 504016"/>
              <a:gd name="connsiteX6" fmla="*/ 504013 w 504028"/>
              <a:gd name="connsiteY6" fmla="*/ 504013 h 504016"/>
              <a:gd name="connsiteX7" fmla="*/ 13 w 504028"/>
              <a:gd name="connsiteY7" fmla="*/ 504013 h 504016"/>
              <a:gd name="connsiteX8" fmla="*/ 0 w 504028"/>
              <a:gd name="connsiteY8" fmla="*/ 0 h 504016"/>
              <a:gd name="connsiteX9" fmla="*/ 1 w 504028"/>
              <a:gd name="connsiteY9" fmla="*/ 0 h 504016"/>
              <a:gd name="connsiteX10" fmla="*/ 1 w 504028"/>
              <a:gd name="connsiteY10" fmla="*/ 2 h 504016"/>
              <a:gd name="connsiteX11" fmla="*/ 0 w 504028"/>
              <a:gd name="connsiteY11" fmla="*/ 2 h 504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028" h="504016">
                <a:moveTo>
                  <a:pt x="504026" y="504014"/>
                </a:moveTo>
                <a:lnTo>
                  <a:pt x="504028" y="504014"/>
                </a:lnTo>
                <a:lnTo>
                  <a:pt x="504028" y="504016"/>
                </a:lnTo>
                <a:lnTo>
                  <a:pt x="504026" y="504016"/>
                </a:lnTo>
                <a:close/>
                <a:moveTo>
                  <a:pt x="13" y="13"/>
                </a:moveTo>
                <a:lnTo>
                  <a:pt x="504013" y="13"/>
                </a:lnTo>
                <a:lnTo>
                  <a:pt x="504013" y="504013"/>
                </a:lnTo>
                <a:lnTo>
                  <a:pt x="13" y="504013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202500" indent="-20250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50"/>
            </a:lvl1pPr>
          </a:lstStyle>
          <a:p>
            <a:r>
              <a:rPr lang="en-GB" dirty="0"/>
              <a:t>[icon]</a:t>
            </a:r>
          </a:p>
        </p:txBody>
      </p:sp>
      <p:sp>
        <p:nvSpPr>
          <p:cNvPr id="26" name="Subtitle 7 [PHJU] (JU-Free)">
            <a:extLst>
              <a:ext uri="{FF2B5EF4-FFF2-40B4-BE49-F238E27FC236}">
                <a16:creationId xmlns:a16="http://schemas.microsoft.com/office/drawing/2014/main" id="{A70AD111-0FC8-447C-0BDF-C4503D5AFE89}"/>
              </a:ext>
            </a:extLst>
          </p:cNvPr>
          <p:cNvSpPr>
            <a:spLocks noGrp="1"/>
          </p:cNvSpPr>
          <p:nvPr>
            <p:ph type="body" sz="quarter" idx="1023" hasCustomPrompt="1"/>
          </p:nvPr>
        </p:nvSpPr>
        <p:spPr bwMode="gray">
          <a:xfrm>
            <a:off x="6757200" y="1656715"/>
            <a:ext cx="1814400" cy="43870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10" name="Frame text 8 [PHJU] (JU-Free)">
            <a:extLst>
              <a:ext uri="{FF2B5EF4-FFF2-40B4-BE49-F238E27FC236}">
                <a16:creationId xmlns:a16="http://schemas.microsoft.com/office/drawing/2014/main" id="{086A8DE2-4953-3E10-CBE2-27EEA0EBC228}"/>
              </a:ext>
            </a:extLst>
          </p:cNvPr>
          <p:cNvSpPr>
            <a:spLocks noGrp="1"/>
          </p:cNvSpPr>
          <p:nvPr>
            <p:ph type="body" sz="quarter" idx="1028" hasCustomPrompt="1"/>
          </p:nvPr>
        </p:nvSpPr>
        <p:spPr>
          <a:xfrm>
            <a:off x="6260400" y="2101174"/>
            <a:ext cx="2314800" cy="2484000"/>
          </a:xfrm>
        </p:spPr>
        <p:txBody>
          <a:bodyPr>
            <a:noAutofit/>
          </a:bodyPr>
          <a:lstStyle>
            <a:lvl1pPr>
              <a:buClrTx/>
              <a:defRPr sz="1000">
                <a:solidFill>
                  <a:srgbClr val="FFFFFF"/>
                </a:solidFill>
              </a:defRPr>
            </a:lvl1pPr>
            <a:lvl2pPr>
              <a:buClrTx/>
              <a:defRPr sz="1000">
                <a:solidFill>
                  <a:srgbClr val="FFFFFF"/>
                </a:solidFill>
              </a:defRPr>
            </a:lvl2pPr>
            <a:lvl3pPr>
              <a:buClrTx/>
              <a:defRPr sz="1000">
                <a:solidFill>
                  <a:srgbClr val="FFFFFF"/>
                </a:solidFill>
              </a:defRPr>
            </a:lvl3pPr>
            <a:lvl4pPr>
              <a:defRPr sz="1000">
                <a:solidFill>
                  <a:srgbClr val="FFFFFF"/>
                </a:solidFill>
              </a:defRPr>
            </a:lvl4pPr>
            <a:lvl5pPr>
              <a:defRPr sz="1000">
                <a:solidFill>
                  <a:srgbClr val="FFFFFF"/>
                </a:solidFill>
              </a:defRPr>
            </a:lvl5pPr>
            <a:lvl6pPr>
              <a:defRPr sz="1000">
                <a:solidFill>
                  <a:srgbClr val="FFFFFF"/>
                </a:solidFill>
              </a:defRPr>
            </a:lvl6pPr>
            <a:lvl7pPr>
              <a:defRPr sz="1000">
                <a:solidFill>
                  <a:srgbClr val="FFFFFF"/>
                </a:solidFill>
              </a:defRPr>
            </a:lvl7pPr>
            <a:lvl8pPr>
              <a:defRPr sz="1000">
                <a:solidFill>
                  <a:srgbClr val="FFFFFF"/>
                </a:solidFill>
              </a:defRPr>
            </a:lvl8pPr>
            <a:lvl9pPr>
              <a:defRPr sz="1000">
                <a:solidFill>
                  <a:srgbClr val="FFFFFF"/>
                </a:solidFill>
              </a:defRPr>
            </a:lvl9pPr>
          </a:lstStyle>
          <a:p>
            <a:pPr lvl="0"/>
            <a:r>
              <a:rPr lang="en-GB"/>
              <a:t>[Text]</a:t>
            </a:r>
            <a:endParaRPr lang="en-GB" dirty="0"/>
          </a:p>
        </p:txBody>
      </p:sp>
      <p:sp>
        <p:nvSpPr>
          <p:cNvPr id="6" name="Placeholder 11 [PHJU] (JU-Free)">
            <a:extLst>
              <a:ext uri="{FF2B5EF4-FFF2-40B4-BE49-F238E27FC236}">
                <a16:creationId xmlns:a16="http://schemas.microsoft.com/office/drawing/2014/main" id="{44A80747-DEA0-D900-2B95-0A4ED407BEF9}"/>
              </a:ext>
            </a:extLst>
          </p:cNvPr>
          <p:cNvSpPr>
            <a:spLocks noGrp="1"/>
          </p:cNvSpPr>
          <p:nvPr>
            <p:ph type="body" sz="quarter" idx="1029" hasCustomPrompt="1"/>
          </p:nvPr>
        </p:nvSpPr>
        <p:spPr>
          <a:xfrm>
            <a:off x="359999" y="2099879"/>
            <a:ext cx="5508000" cy="2527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[Text]</a:t>
            </a:r>
          </a:p>
        </p:txBody>
      </p:sp>
    </p:spTree>
    <p:extLst>
      <p:ext uri="{BB962C8B-B14F-4D97-AF65-F5344CB8AC3E}">
        <p14:creationId xmlns:p14="http://schemas.microsoft.com/office/powerpoint/2010/main" val="3408073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2">
          <p15:clr>
            <a:srgbClr val="46BEAA"/>
          </p15:clr>
        </p15:guide>
        <p15:guide id="2" orient="horz" pos="747" userDrawn="1">
          <p15:clr>
            <a:srgbClr val="46BEAA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[Content slide (Green-Purple)]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 (JU-Free)">
            <a:extLst>
              <a:ext uri="{FF2B5EF4-FFF2-40B4-BE49-F238E27FC236}">
                <a16:creationId xmlns:a16="http://schemas.microsoft.com/office/drawing/2014/main" id="{A1BB9E78-A578-9E05-903A-60B7F3749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64240"/>
            <a:ext cx="8424359" cy="471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8" name="Subtitle 2  [PHJU] (JU-Free)">
            <a:extLst>
              <a:ext uri="{FF2B5EF4-FFF2-40B4-BE49-F238E27FC236}">
                <a16:creationId xmlns:a16="http://schemas.microsoft.com/office/drawing/2014/main" id="{59777863-FE4E-5228-B176-7188929216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1" y="828720"/>
            <a:ext cx="8424359" cy="3585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12" name="Picture_placeholder JU 3  [PHJU] (JU-Free)">
            <a:extLst>
              <a:ext uri="{FF2B5EF4-FFF2-40B4-BE49-F238E27FC236}">
                <a16:creationId xmlns:a16="http://schemas.microsoft.com/office/drawing/2014/main" id="{B00D7D64-54BC-E687-ED6F-2E91C4E94CA6}"/>
              </a:ext>
            </a:extLst>
          </p:cNvPr>
          <p:cNvSpPr>
            <a:spLocks noGrp="1"/>
          </p:cNvSpPr>
          <p:nvPr>
            <p:ph type="pic" sz="quarter" idx="1009" hasCustomPrompt="1"/>
          </p:nvPr>
        </p:nvSpPr>
        <p:spPr bwMode="gray">
          <a:xfrm>
            <a:off x="360000" y="1534307"/>
            <a:ext cx="504027" cy="504016"/>
          </a:xfrm>
          <a:custGeom>
            <a:avLst/>
            <a:gdLst>
              <a:gd name="connsiteX0" fmla="*/ 504026 w 504027"/>
              <a:gd name="connsiteY0" fmla="*/ 504014 h 504016"/>
              <a:gd name="connsiteX1" fmla="*/ 504027 w 504027"/>
              <a:gd name="connsiteY1" fmla="*/ 504014 h 504016"/>
              <a:gd name="connsiteX2" fmla="*/ 504027 w 504027"/>
              <a:gd name="connsiteY2" fmla="*/ 504016 h 504016"/>
              <a:gd name="connsiteX3" fmla="*/ 504026 w 504027"/>
              <a:gd name="connsiteY3" fmla="*/ 504016 h 504016"/>
              <a:gd name="connsiteX4" fmla="*/ 13 w 504027"/>
              <a:gd name="connsiteY4" fmla="*/ 13 h 504016"/>
              <a:gd name="connsiteX5" fmla="*/ 504013 w 504027"/>
              <a:gd name="connsiteY5" fmla="*/ 13 h 504016"/>
              <a:gd name="connsiteX6" fmla="*/ 504013 w 504027"/>
              <a:gd name="connsiteY6" fmla="*/ 504013 h 504016"/>
              <a:gd name="connsiteX7" fmla="*/ 13 w 504027"/>
              <a:gd name="connsiteY7" fmla="*/ 504013 h 504016"/>
              <a:gd name="connsiteX8" fmla="*/ 0 w 504027"/>
              <a:gd name="connsiteY8" fmla="*/ 0 h 504016"/>
              <a:gd name="connsiteX9" fmla="*/ 2 w 504027"/>
              <a:gd name="connsiteY9" fmla="*/ 0 h 504016"/>
              <a:gd name="connsiteX10" fmla="*/ 2 w 504027"/>
              <a:gd name="connsiteY10" fmla="*/ 2 h 504016"/>
              <a:gd name="connsiteX11" fmla="*/ 0 w 504027"/>
              <a:gd name="connsiteY11" fmla="*/ 2 h 504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027" h="504016">
                <a:moveTo>
                  <a:pt x="504026" y="504014"/>
                </a:moveTo>
                <a:lnTo>
                  <a:pt x="504027" y="504014"/>
                </a:lnTo>
                <a:lnTo>
                  <a:pt x="504027" y="504016"/>
                </a:lnTo>
                <a:lnTo>
                  <a:pt x="504026" y="504016"/>
                </a:lnTo>
                <a:close/>
                <a:moveTo>
                  <a:pt x="13" y="13"/>
                </a:moveTo>
                <a:lnTo>
                  <a:pt x="504013" y="13"/>
                </a:lnTo>
                <a:lnTo>
                  <a:pt x="504013" y="504013"/>
                </a:lnTo>
                <a:lnTo>
                  <a:pt x="13" y="504013"/>
                </a:lnTo>
                <a:close/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202500" indent="-20250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50"/>
            </a:lvl1pPr>
          </a:lstStyle>
          <a:p>
            <a:r>
              <a:rPr lang="en-GB" dirty="0"/>
              <a:t>[icon]</a:t>
            </a:r>
          </a:p>
        </p:txBody>
      </p:sp>
      <p:sp>
        <p:nvSpPr>
          <p:cNvPr id="25" name="Subtitle 4 [PHJU] (JU-Free)">
            <a:extLst>
              <a:ext uri="{FF2B5EF4-FFF2-40B4-BE49-F238E27FC236}">
                <a16:creationId xmlns:a16="http://schemas.microsoft.com/office/drawing/2014/main" id="{13866EF6-91DC-5CF6-3CF2-8CDA3BF0F63F}"/>
              </a:ext>
            </a:extLst>
          </p:cNvPr>
          <p:cNvSpPr>
            <a:spLocks noGrp="1"/>
          </p:cNvSpPr>
          <p:nvPr>
            <p:ph type="body" sz="quarter" idx="1022" hasCustomPrompt="1"/>
          </p:nvPr>
        </p:nvSpPr>
        <p:spPr bwMode="gray">
          <a:xfrm>
            <a:off x="1018162" y="1659382"/>
            <a:ext cx="4870315" cy="27302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23" name="Rectangle: Rounded Rectangles 5">
            <a:extLst>
              <a:ext uri="{FF2B5EF4-FFF2-40B4-BE49-F238E27FC236}">
                <a16:creationId xmlns:a16="http://schemas.microsoft.com/office/drawing/2014/main" id="{BA4476F2-08D5-52F6-BAAE-12F11D4906DC}"/>
              </a:ext>
            </a:extLst>
          </p:cNvPr>
          <p:cNvSpPr>
            <a:spLocks noSelect="1"/>
          </p:cNvSpPr>
          <p:nvPr userDrawn="1"/>
        </p:nvSpPr>
        <p:spPr>
          <a:xfrm>
            <a:off x="6127200" y="1404000"/>
            <a:ext cx="2666100" cy="3240720"/>
          </a:xfrm>
          <a:prstGeom prst="roundRect">
            <a:avLst>
              <a:gd name="adj" fmla="val 4300"/>
            </a:avLst>
          </a:prstGeom>
          <a:gradFill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135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Picture_placeholder JU 6  [PHJU] (JU-Free)">
            <a:extLst>
              <a:ext uri="{FF2B5EF4-FFF2-40B4-BE49-F238E27FC236}">
                <a16:creationId xmlns:a16="http://schemas.microsoft.com/office/drawing/2014/main" id="{99192847-9E8E-6CD0-DA86-F937A031CDF0}"/>
              </a:ext>
            </a:extLst>
          </p:cNvPr>
          <p:cNvSpPr>
            <a:spLocks noGrp="1"/>
          </p:cNvSpPr>
          <p:nvPr>
            <p:ph type="pic" sz="quarter" idx="1010" hasCustomPrompt="1"/>
          </p:nvPr>
        </p:nvSpPr>
        <p:spPr bwMode="gray">
          <a:xfrm>
            <a:off x="6181200" y="1534477"/>
            <a:ext cx="504028" cy="504016"/>
          </a:xfrm>
          <a:custGeom>
            <a:avLst/>
            <a:gdLst>
              <a:gd name="connsiteX0" fmla="*/ 504026 w 504028"/>
              <a:gd name="connsiteY0" fmla="*/ 504014 h 504016"/>
              <a:gd name="connsiteX1" fmla="*/ 504028 w 504028"/>
              <a:gd name="connsiteY1" fmla="*/ 504014 h 504016"/>
              <a:gd name="connsiteX2" fmla="*/ 504028 w 504028"/>
              <a:gd name="connsiteY2" fmla="*/ 504016 h 504016"/>
              <a:gd name="connsiteX3" fmla="*/ 504026 w 504028"/>
              <a:gd name="connsiteY3" fmla="*/ 504016 h 504016"/>
              <a:gd name="connsiteX4" fmla="*/ 13 w 504028"/>
              <a:gd name="connsiteY4" fmla="*/ 13 h 504016"/>
              <a:gd name="connsiteX5" fmla="*/ 504013 w 504028"/>
              <a:gd name="connsiteY5" fmla="*/ 13 h 504016"/>
              <a:gd name="connsiteX6" fmla="*/ 504013 w 504028"/>
              <a:gd name="connsiteY6" fmla="*/ 504013 h 504016"/>
              <a:gd name="connsiteX7" fmla="*/ 13 w 504028"/>
              <a:gd name="connsiteY7" fmla="*/ 504013 h 504016"/>
              <a:gd name="connsiteX8" fmla="*/ 0 w 504028"/>
              <a:gd name="connsiteY8" fmla="*/ 0 h 504016"/>
              <a:gd name="connsiteX9" fmla="*/ 1 w 504028"/>
              <a:gd name="connsiteY9" fmla="*/ 0 h 504016"/>
              <a:gd name="connsiteX10" fmla="*/ 1 w 504028"/>
              <a:gd name="connsiteY10" fmla="*/ 2 h 504016"/>
              <a:gd name="connsiteX11" fmla="*/ 0 w 504028"/>
              <a:gd name="connsiteY11" fmla="*/ 2 h 504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028" h="504016">
                <a:moveTo>
                  <a:pt x="504026" y="504014"/>
                </a:moveTo>
                <a:lnTo>
                  <a:pt x="504028" y="504014"/>
                </a:lnTo>
                <a:lnTo>
                  <a:pt x="504028" y="504016"/>
                </a:lnTo>
                <a:lnTo>
                  <a:pt x="504026" y="504016"/>
                </a:lnTo>
                <a:close/>
                <a:moveTo>
                  <a:pt x="13" y="13"/>
                </a:moveTo>
                <a:lnTo>
                  <a:pt x="504013" y="13"/>
                </a:lnTo>
                <a:lnTo>
                  <a:pt x="504013" y="504013"/>
                </a:lnTo>
                <a:lnTo>
                  <a:pt x="13" y="504013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202500" indent="-20250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50"/>
            </a:lvl1pPr>
          </a:lstStyle>
          <a:p>
            <a:r>
              <a:rPr lang="en-GB" dirty="0"/>
              <a:t>[icon]</a:t>
            </a:r>
          </a:p>
        </p:txBody>
      </p:sp>
      <p:sp>
        <p:nvSpPr>
          <p:cNvPr id="26" name="Subtitle 7 [PHJU] (JU-Free)">
            <a:extLst>
              <a:ext uri="{FF2B5EF4-FFF2-40B4-BE49-F238E27FC236}">
                <a16:creationId xmlns:a16="http://schemas.microsoft.com/office/drawing/2014/main" id="{A70AD111-0FC8-447C-0BDF-C4503D5AFE89}"/>
              </a:ext>
            </a:extLst>
          </p:cNvPr>
          <p:cNvSpPr>
            <a:spLocks noGrp="1"/>
          </p:cNvSpPr>
          <p:nvPr>
            <p:ph type="body" sz="quarter" idx="1023" hasCustomPrompt="1"/>
          </p:nvPr>
        </p:nvSpPr>
        <p:spPr bwMode="gray">
          <a:xfrm>
            <a:off x="6757200" y="1656715"/>
            <a:ext cx="1814400" cy="43870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10" name="Frame text 8 [PHJU] (JU-Free)">
            <a:extLst>
              <a:ext uri="{FF2B5EF4-FFF2-40B4-BE49-F238E27FC236}">
                <a16:creationId xmlns:a16="http://schemas.microsoft.com/office/drawing/2014/main" id="{086A8DE2-4953-3E10-CBE2-27EEA0EBC228}"/>
              </a:ext>
            </a:extLst>
          </p:cNvPr>
          <p:cNvSpPr>
            <a:spLocks noGrp="1"/>
          </p:cNvSpPr>
          <p:nvPr>
            <p:ph type="body" sz="quarter" idx="1028" hasCustomPrompt="1"/>
          </p:nvPr>
        </p:nvSpPr>
        <p:spPr>
          <a:xfrm>
            <a:off x="6260400" y="2101174"/>
            <a:ext cx="2314800" cy="2484000"/>
          </a:xfrm>
        </p:spPr>
        <p:txBody>
          <a:bodyPr>
            <a:noAutofit/>
          </a:bodyPr>
          <a:lstStyle>
            <a:lvl1pPr>
              <a:buClrTx/>
              <a:defRPr sz="1000">
                <a:solidFill>
                  <a:srgbClr val="FFFFFF"/>
                </a:solidFill>
              </a:defRPr>
            </a:lvl1pPr>
            <a:lvl2pPr>
              <a:buClrTx/>
              <a:defRPr sz="1000">
                <a:solidFill>
                  <a:srgbClr val="FFFFFF"/>
                </a:solidFill>
              </a:defRPr>
            </a:lvl2pPr>
            <a:lvl3pPr>
              <a:buClrTx/>
              <a:defRPr sz="1000">
                <a:solidFill>
                  <a:srgbClr val="FFFFFF"/>
                </a:solidFill>
              </a:defRPr>
            </a:lvl3pPr>
            <a:lvl4pPr>
              <a:defRPr sz="1000">
                <a:solidFill>
                  <a:srgbClr val="FFFFFF"/>
                </a:solidFill>
              </a:defRPr>
            </a:lvl4pPr>
            <a:lvl5pPr>
              <a:defRPr sz="1000">
                <a:solidFill>
                  <a:srgbClr val="FFFFFF"/>
                </a:solidFill>
              </a:defRPr>
            </a:lvl5pPr>
            <a:lvl6pPr>
              <a:defRPr sz="1000">
                <a:solidFill>
                  <a:srgbClr val="FFFFFF"/>
                </a:solidFill>
              </a:defRPr>
            </a:lvl6pPr>
            <a:lvl7pPr>
              <a:defRPr sz="1000">
                <a:solidFill>
                  <a:srgbClr val="FFFFFF"/>
                </a:solidFill>
              </a:defRPr>
            </a:lvl7pPr>
            <a:lvl8pPr>
              <a:defRPr sz="1000">
                <a:solidFill>
                  <a:srgbClr val="FFFFFF"/>
                </a:solidFill>
              </a:defRPr>
            </a:lvl8pPr>
            <a:lvl9pPr>
              <a:defRPr sz="1000">
                <a:solidFill>
                  <a:srgbClr val="FFFFFF"/>
                </a:solidFill>
              </a:defRPr>
            </a:lvl9pPr>
          </a:lstStyle>
          <a:p>
            <a:pPr lvl="0"/>
            <a:r>
              <a:rPr lang="en-GB"/>
              <a:t>[Text]</a:t>
            </a:r>
            <a:endParaRPr lang="en-GB" dirty="0"/>
          </a:p>
        </p:txBody>
      </p:sp>
      <p:sp>
        <p:nvSpPr>
          <p:cNvPr id="6" name="Placeholder 11 [PHJU] (JU-Free)">
            <a:extLst>
              <a:ext uri="{FF2B5EF4-FFF2-40B4-BE49-F238E27FC236}">
                <a16:creationId xmlns:a16="http://schemas.microsoft.com/office/drawing/2014/main" id="{44A80747-DEA0-D900-2B95-0A4ED407BEF9}"/>
              </a:ext>
            </a:extLst>
          </p:cNvPr>
          <p:cNvSpPr>
            <a:spLocks noGrp="1"/>
          </p:cNvSpPr>
          <p:nvPr>
            <p:ph type="body" sz="quarter" idx="1029" hasCustomPrompt="1"/>
          </p:nvPr>
        </p:nvSpPr>
        <p:spPr>
          <a:xfrm>
            <a:off x="359999" y="2099879"/>
            <a:ext cx="5508000" cy="252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2" name="Frame footer 1 (JU-Free)">
            <a:extLst>
              <a:ext uri="{FF2B5EF4-FFF2-40B4-BE49-F238E27FC236}">
                <a16:creationId xmlns:a16="http://schemas.microsoft.com/office/drawing/2014/main" id="{EB07B18E-77FD-6881-3E1B-5EE7739E3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883335" y="4812834"/>
            <a:ext cx="3847934" cy="828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lnSpc>
                <a:spcPct val="80000"/>
              </a:lnSpc>
              <a:defRPr sz="6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TechForum eXplore 2025 Season - For Internal Use - © Worldline</a:t>
            </a:r>
            <a:endParaRPr lang="en-GB" noProof="1"/>
          </a:p>
        </p:txBody>
      </p:sp>
      <p:sp>
        <p:nvSpPr>
          <p:cNvPr id="9" name="Frame slide number 2 (JU-Free)">
            <a:extLst>
              <a:ext uri="{FF2B5EF4-FFF2-40B4-BE49-F238E27FC236}">
                <a16:creationId xmlns:a16="http://schemas.microsoft.com/office/drawing/2014/main" id="{5ABAE20F-7472-63C6-457B-77959A32E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670682" y="4899054"/>
            <a:ext cx="273240" cy="828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lnSpc>
                <a:spcPct val="80000"/>
              </a:lnSpc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/>
              <a:t> 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20E750-7631-6E3C-D0A8-2D759676F2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01" y="4756540"/>
            <a:ext cx="1617205" cy="2674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23A2E81-E9E5-B53D-2E0A-19ADFDDFD2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0245" y="4763031"/>
            <a:ext cx="1074297" cy="26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2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2">
          <p15:clr>
            <a:srgbClr val="46BEAA"/>
          </p15:clr>
        </p15:guide>
        <p15:guide id="2" orient="horz" pos="747" userDrawn="1">
          <p15:clr>
            <a:srgbClr val="46BEAA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Diagram (Green-Purple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 (JU-Free)">
            <a:extLst>
              <a:ext uri="{FF2B5EF4-FFF2-40B4-BE49-F238E27FC236}">
                <a16:creationId xmlns:a16="http://schemas.microsoft.com/office/drawing/2014/main" id="{6B3F8261-1E28-A5AA-736A-D25E5F79E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264240"/>
            <a:ext cx="8424359" cy="47124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13" name="Subtitle 2  [PHJU] (JU-Free)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828720"/>
            <a:ext cx="8424359" cy="3585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1200" b="1" cap="none" baseline="0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575" b="0"/>
            </a:lvl2pPr>
            <a:lvl3pPr marL="0" indent="0">
              <a:lnSpc>
                <a:spcPct val="100000"/>
              </a:lnSpc>
              <a:buNone/>
              <a:defRPr sz="1575" b="0"/>
            </a:lvl3pPr>
            <a:lvl4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5pPr>
            <a:lvl6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6pPr>
            <a:lvl7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7pPr>
            <a:lvl8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10" name="Rectangle: Rounded Rectangles 3 {PHJU} (JU-Free)">
            <a:extLst>
              <a:ext uri="{FF2B5EF4-FFF2-40B4-BE49-F238E27FC236}">
                <a16:creationId xmlns:a16="http://schemas.microsoft.com/office/drawing/2014/main" id="{AF7A12DF-1655-4E87-C55F-0B6AAB24C3B1}"/>
              </a:ext>
            </a:extLst>
          </p:cNvPr>
          <p:cNvSpPr>
            <a:spLocks noGrp="1"/>
          </p:cNvSpPr>
          <p:nvPr>
            <p:ph type="body" sz="quarter" idx="1044" hasCustomPrompt="1"/>
          </p:nvPr>
        </p:nvSpPr>
        <p:spPr>
          <a:xfrm>
            <a:off x="360000" y="1395720"/>
            <a:ext cx="2700000" cy="2227320"/>
          </a:xfrm>
          <a:custGeom>
            <a:avLst/>
            <a:gdLst>
              <a:gd name="connsiteX0" fmla="*/ 124680 w 2700000"/>
              <a:gd name="connsiteY0" fmla="*/ 0 h 2227230"/>
              <a:gd name="connsiteX1" fmla="*/ 2575320 w 2700000"/>
              <a:gd name="connsiteY1" fmla="*/ 0 h 2227230"/>
              <a:gd name="connsiteX2" fmla="*/ 2700000 w 2700000"/>
              <a:gd name="connsiteY2" fmla="*/ 124680 h 2227230"/>
              <a:gd name="connsiteX3" fmla="*/ 2700000 w 2700000"/>
              <a:gd name="connsiteY3" fmla="*/ 2102550 h 2227230"/>
              <a:gd name="connsiteX4" fmla="*/ 2575320 w 2700000"/>
              <a:gd name="connsiteY4" fmla="*/ 2227230 h 2227230"/>
              <a:gd name="connsiteX5" fmla="*/ 124680 w 2700000"/>
              <a:gd name="connsiteY5" fmla="*/ 2227230 h 2227230"/>
              <a:gd name="connsiteX6" fmla="*/ 0 w 2700000"/>
              <a:gd name="connsiteY6" fmla="*/ 2102550 h 2227230"/>
              <a:gd name="connsiteX7" fmla="*/ 0 w 2700000"/>
              <a:gd name="connsiteY7" fmla="*/ 124680 h 2227230"/>
              <a:gd name="connsiteX8" fmla="*/ 124680 w 2700000"/>
              <a:gd name="connsiteY8" fmla="*/ 0 h 2227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2227230">
                <a:moveTo>
                  <a:pt x="124680" y="0"/>
                </a:moveTo>
                <a:lnTo>
                  <a:pt x="2575320" y="0"/>
                </a:lnTo>
                <a:cubicBezTo>
                  <a:pt x="2644179" y="0"/>
                  <a:pt x="2700000" y="55821"/>
                  <a:pt x="2700000" y="124680"/>
                </a:cubicBezTo>
                <a:lnTo>
                  <a:pt x="2700000" y="2102550"/>
                </a:lnTo>
                <a:cubicBezTo>
                  <a:pt x="2700000" y="2171409"/>
                  <a:pt x="2644179" y="2227230"/>
                  <a:pt x="2575320" y="2227230"/>
                </a:cubicBezTo>
                <a:lnTo>
                  <a:pt x="124680" y="2227230"/>
                </a:lnTo>
                <a:cubicBezTo>
                  <a:pt x="55821" y="2227230"/>
                  <a:pt x="0" y="2171409"/>
                  <a:pt x="0" y="2102550"/>
                </a:cubicBezTo>
                <a:lnTo>
                  <a:pt x="0" y="124680"/>
                </a:lnTo>
                <a:cubicBezTo>
                  <a:pt x="0" y="55821"/>
                  <a:pt x="55821" y="0"/>
                  <a:pt x="12468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2700000" scaled="1"/>
            <a:tileRect/>
          </a:gradFill>
          <a:ln w="0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08000" tIns="108000" rIns="72000" bIns="0" rtlCol="0" anchor="t">
            <a:noAutofit/>
          </a:bodyPr>
          <a:lstStyle>
            <a:lvl1pPr>
              <a:defRPr lang="nl-NL" sz="33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Aft>
                <a:spcPts val="2200"/>
              </a:spcAft>
              <a:buFontTx/>
              <a:buNone/>
            </a:pPr>
            <a:r>
              <a:rPr lang="en-GB"/>
              <a:t>  </a:t>
            </a:r>
            <a:endParaRPr lang="en-GB" dirty="0"/>
          </a:p>
        </p:txBody>
      </p:sp>
      <p:sp>
        <p:nvSpPr>
          <p:cNvPr id="16" name="Frame 4 {PHJU} (JU-Free)">
            <a:extLst>
              <a:ext uri="{FF2B5EF4-FFF2-40B4-BE49-F238E27FC236}">
                <a16:creationId xmlns:a16="http://schemas.microsoft.com/office/drawing/2014/main" id="{EE9E91CC-C454-6E85-9673-4B84DAD94699}"/>
              </a:ext>
            </a:extLst>
          </p:cNvPr>
          <p:cNvSpPr>
            <a:spLocks noGrp="1"/>
          </p:cNvSpPr>
          <p:nvPr>
            <p:ph type="body" sz="quarter" idx="1038" hasCustomPrompt="1"/>
          </p:nvPr>
        </p:nvSpPr>
        <p:spPr>
          <a:xfrm>
            <a:off x="3225403" y="1682016"/>
            <a:ext cx="223838" cy="162993"/>
          </a:xfrm>
          <a:custGeom>
            <a:avLst/>
            <a:gdLst>
              <a:gd name="connsiteX0" fmla="*/ 140196 w 223838"/>
              <a:gd name="connsiteY0" fmla="*/ 1971 h 162993"/>
              <a:gd name="connsiteX1" fmla="*/ 148988 w 223838"/>
              <a:gd name="connsiteY1" fmla="*/ 1971 h 162993"/>
              <a:gd name="connsiteX2" fmla="*/ 223838 w 223838"/>
              <a:gd name="connsiteY2" fmla="*/ 76960 h 162993"/>
              <a:gd name="connsiteX3" fmla="*/ 223838 w 223838"/>
              <a:gd name="connsiteY3" fmla="*/ 78094 h 162993"/>
              <a:gd name="connsiteX4" fmla="*/ 223838 w 223838"/>
              <a:gd name="connsiteY4" fmla="*/ 86035 h 162993"/>
              <a:gd name="connsiteX5" fmla="*/ 148988 w 223838"/>
              <a:gd name="connsiteY5" fmla="*/ 161023 h 162993"/>
              <a:gd name="connsiteX6" fmla="*/ 140196 w 223838"/>
              <a:gd name="connsiteY6" fmla="*/ 161023 h 162993"/>
              <a:gd name="connsiteX7" fmla="*/ 140196 w 223838"/>
              <a:gd name="connsiteY7" fmla="*/ 151948 h 162993"/>
              <a:gd name="connsiteX8" fmla="*/ 206492 w 223838"/>
              <a:gd name="connsiteY8" fmla="*/ 85318 h 162993"/>
              <a:gd name="connsiteX9" fmla="*/ 3802 w 223838"/>
              <a:gd name="connsiteY9" fmla="*/ 85318 h 162993"/>
              <a:gd name="connsiteX10" fmla="*/ 0 w 223838"/>
              <a:gd name="connsiteY10" fmla="*/ 81497 h 162993"/>
              <a:gd name="connsiteX11" fmla="*/ 3802 w 223838"/>
              <a:gd name="connsiteY11" fmla="*/ 77676 h 162993"/>
              <a:gd name="connsiteX12" fmla="*/ 206492 w 223838"/>
              <a:gd name="connsiteY12" fmla="*/ 77676 h 162993"/>
              <a:gd name="connsiteX13" fmla="*/ 140196 w 223838"/>
              <a:gd name="connsiteY13" fmla="*/ 10807 h 162993"/>
              <a:gd name="connsiteX14" fmla="*/ 140196 w 223838"/>
              <a:gd name="connsiteY14" fmla="*/ 1971 h 162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3838" h="162993">
                <a:moveTo>
                  <a:pt x="140196" y="1971"/>
                </a:moveTo>
                <a:cubicBezTo>
                  <a:pt x="142572" y="-656"/>
                  <a:pt x="146612" y="-656"/>
                  <a:pt x="148988" y="1971"/>
                </a:cubicBezTo>
                <a:lnTo>
                  <a:pt x="223838" y="76960"/>
                </a:lnTo>
                <a:lnTo>
                  <a:pt x="223838" y="78094"/>
                </a:lnTo>
                <a:lnTo>
                  <a:pt x="223838" y="86035"/>
                </a:lnTo>
                <a:cubicBezTo>
                  <a:pt x="223838" y="86035"/>
                  <a:pt x="223838" y="86035"/>
                  <a:pt x="148988" y="161023"/>
                </a:cubicBezTo>
                <a:cubicBezTo>
                  <a:pt x="146612" y="163650"/>
                  <a:pt x="142572" y="163650"/>
                  <a:pt x="140196" y="161023"/>
                </a:cubicBezTo>
                <a:cubicBezTo>
                  <a:pt x="137582" y="158635"/>
                  <a:pt x="137582" y="154575"/>
                  <a:pt x="140196" y="151948"/>
                </a:cubicBezTo>
                <a:cubicBezTo>
                  <a:pt x="140196" y="151948"/>
                  <a:pt x="140196" y="151948"/>
                  <a:pt x="206492" y="85318"/>
                </a:cubicBezTo>
                <a:cubicBezTo>
                  <a:pt x="206492" y="85318"/>
                  <a:pt x="206492" y="85318"/>
                  <a:pt x="3802" y="85318"/>
                </a:cubicBezTo>
                <a:cubicBezTo>
                  <a:pt x="1663" y="85318"/>
                  <a:pt x="0" y="83646"/>
                  <a:pt x="0" y="81497"/>
                </a:cubicBezTo>
                <a:cubicBezTo>
                  <a:pt x="0" y="79348"/>
                  <a:pt x="1663" y="77676"/>
                  <a:pt x="3802" y="77676"/>
                </a:cubicBezTo>
                <a:cubicBezTo>
                  <a:pt x="3802" y="77676"/>
                  <a:pt x="3802" y="77676"/>
                  <a:pt x="206492" y="77676"/>
                </a:cubicBezTo>
                <a:cubicBezTo>
                  <a:pt x="206492" y="77676"/>
                  <a:pt x="206492" y="77676"/>
                  <a:pt x="140196" y="10807"/>
                </a:cubicBezTo>
                <a:cubicBezTo>
                  <a:pt x="137582" y="8419"/>
                  <a:pt x="137582" y="4359"/>
                  <a:pt x="140196" y="1971"/>
                </a:cubicBezTo>
                <a:close/>
              </a:path>
            </a:pathLst>
          </a:custGeom>
          <a:gradFill flip="none" rotWithShape="1"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5400000" scaled="1"/>
            <a:tileRect/>
          </a:gradFill>
          <a:ln w="0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08000" tIns="108000" rIns="72000" bIns="0" rtlCol="0" anchor="t">
            <a:noAutofit/>
          </a:bodyPr>
          <a:lstStyle>
            <a:lvl1pPr marL="0" indent="0">
              <a:buNone/>
              <a:defRPr lang="nl-NL" sz="330" b="0"/>
            </a:lvl1pPr>
          </a:lstStyle>
          <a:p>
            <a:pPr marL="228600" lvl="0" indent="-228600">
              <a:spcAft>
                <a:spcPts val="2200"/>
              </a:spcAft>
            </a:pPr>
            <a:r>
              <a:rPr lang="en-GB"/>
              <a:t>  </a:t>
            </a:r>
            <a:endParaRPr lang="en-GB" dirty="0"/>
          </a:p>
        </p:txBody>
      </p:sp>
      <p:sp>
        <p:nvSpPr>
          <p:cNvPr id="17" name="Frame 5 {PHJU} (JU-Free)">
            <a:extLst>
              <a:ext uri="{FF2B5EF4-FFF2-40B4-BE49-F238E27FC236}">
                <a16:creationId xmlns:a16="http://schemas.microsoft.com/office/drawing/2014/main" id="{5369A1D3-9E0E-E633-A084-8DD763048EB4}"/>
              </a:ext>
            </a:extLst>
          </p:cNvPr>
          <p:cNvSpPr>
            <a:spLocks noGrp="1"/>
          </p:cNvSpPr>
          <p:nvPr>
            <p:ph type="body" sz="quarter" idx="1039" hasCustomPrompt="1"/>
          </p:nvPr>
        </p:nvSpPr>
        <p:spPr>
          <a:xfrm>
            <a:off x="3225420" y="2250959"/>
            <a:ext cx="223830" cy="163115"/>
          </a:xfrm>
          <a:custGeom>
            <a:avLst/>
            <a:gdLst>
              <a:gd name="connsiteX0" fmla="*/ 140191 w 223830"/>
              <a:gd name="connsiteY0" fmla="*/ 1972 h 163115"/>
              <a:gd name="connsiteX1" fmla="*/ 148983 w 223830"/>
              <a:gd name="connsiteY1" fmla="*/ 1972 h 163115"/>
              <a:gd name="connsiteX2" fmla="*/ 223830 w 223830"/>
              <a:gd name="connsiteY2" fmla="*/ 77017 h 163115"/>
              <a:gd name="connsiteX3" fmla="*/ 223830 w 223830"/>
              <a:gd name="connsiteY3" fmla="*/ 78152 h 163115"/>
              <a:gd name="connsiteX4" fmla="*/ 223830 w 223830"/>
              <a:gd name="connsiteY4" fmla="*/ 86099 h 163115"/>
              <a:gd name="connsiteX5" fmla="*/ 148983 w 223830"/>
              <a:gd name="connsiteY5" fmla="*/ 161144 h 163115"/>
              <a:gd name="connsiteX6" fmla="*/ 140191 w 223830"/>
              <a:gd name="connsiteY6" fmla="*/ 161144 h 163115"/>
              <a:gd name="connsiteX7" fmla="*/ 140191 w 223830"/>
              <a:gd name="connsiteY7" fmla="*/ 152062 h 163115"/>
              <a:gd name="connsiteX8" fmla="*/ 206484 w 223830"/>
              <a:gd name="connsiteY8" fmla="*/ 85382 h 163115"/>
              <a:gd name="connsiteX9" fmla="*/ 3802 w 223830"/>
              <a:gd name="connsiteY9" fmla="*/ 85382 h 163115"/>
              <a:gd name="connsiteX10" fmla="*/ 0 w 223830"/>
              <a:gd name="connsiteY10" fmla="*/ 81558 h 163115"/>
              <a:gd name="connsiteX11" fmla="*/ 3802 w 223830"/>
              <a:gd name="connsiteY11" fmla="*/ 77734 h 163115"/>
              <a:gd name="connsiteX12" fmla="*/ 206484 w 223830"/>
              <a:gd name="connsiteY12" fmla="*/ 77734 h 163115"/>
              <a:gd name="connsiteX13" fmla="*/ 140191 w 223830"/>
              <a:gd name="connsiteY13" fmla="*/ 10815 h 163115"/>
              <a:gd name="connsiteX14" fmla="*/ 140191 w 223830"/>
              <a:gd name="connsiteY14" fmla="*/ 1972 h 16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3830" h="163115">
                <a:moveTo>
                  <a:pt x="140191" y="1972"/>
                </a:moveTo>
                <a:cubicBezTo>
                  <a:pt x="142567" y="-657"/>
                  <a:pt x="146606" y="-657"/>
                  <a:pt x="148983" y="1972"/>
                </a:cubicBezTo>
                <a:lnTo>
                  <a:pt x="223830" y="77017"/>
                </a:lnTo>
                <a:lnTo>
                  <a:pt x="223830" y="78152"/>
                </a:lnTo>
                <a:lnTo>
                  <a:pt x="223830" y="86099"/>
                </a:lnTo>
                <a:cubicBezTo>
                  <a:pt x="223830" y="86099"/>
                  <a:pt x="223830" y="86099"/>
                  <a:pt x="148983" y="161144"/>
                </a:cubicBezTo>
                <a:cubicBezTo>
                  <a:pt x="146606" y="163773"/>
                  <a:pt x="142567" y="163773"/>
                  <a:pt x="140191" y="161144"/>
                </a:cubicBezTo>
                <a:cubicBezTo>
                  <a:pt x="137577" y="158754"/>
                  <a:pt x="137577" y="154691"/>
                  <a:pt x="140191" y="152062"/>
                </a:cubicBezTo>
                <a:cubicBezTo>
                  <a:pt x="140191" y="152062"/>
                  <a:pt x="140191" y="152062"/>
                  <a:pt x="206484" y="85382"/>
                </a:cubicBezTo>
                <a:cubicBezTo>
                  <a:pt x="206484" y="85382"/>
                  <a:pt x="206484" y="85382"/>
                  <a:pt x="3802" y="85382"/>
                </a:cubicBezTo>
                <a:cubicBezTo>
                  <a:pt x="1663" y="85382"/>
                  <a:pt x="0" y="83709"/>
                  <a:pt x="0" y="81558"/>
                </a:cubicBezTo>
                <a:cubicBezTo>
                  <a:pt x="0" y="79407"/>
                  <a:pt x="1663" y="77734"/>
                  <a:pt x="3802" y="77734"/>
                </a:cubicBezTo>
                <a:cubicBezTo>
                  <a:pt x="3802" y="77734"/>
                  <a:pt x="3802" y="77734"/>
                  <a:pt x="206484" y="77734"/>
                </a:cubicBezTo>
                <a:cubicBezTo>
                  <a:pt x="206484" y="77734"/>
                  <a:pt x="206484" y="77734"/>
                  <a:pt x="140191" y="10815"/>
                </a:cubicBezTo>
                <a:cubicBezTo>
                  <a:pt x="137577" y="8425"/>
                  <a:pt x="137577" y="4362"/>
                  <a:pt x="140191" y="1972"/>
                </a:cubicBezTo>
                <a:close/>
              </a:path>
            </a:pathLst>
          </a:custGeom>
          <a:gradFill flip="none" rotWithShape="1"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5400000" scaled="1"/>
            <a:tileRect/>
          </a:gradFill>
          <a:ln w="0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08000" tIns="108000" rIns="72000" bIns="0" rtlCol="0" anchor="t">
            <a:noAutofit/>
          </a:bodyPr>
          <a:lstStyle>
            <a:lvl1pPr marL="0" indent="0">
              <a:buNone/>
              <a:defRPr lang="nl-NL" sz="330" b="0"/>
            </a:lvl1pPr>
          </a:lstStyle>
          <a:p>
            <a:pPr marL="228600" lvl="0" indent="-228600">
              <a:spcAft>
                <a:spcPts val="2200"/>
              </a:spcAft>
            </a:pPr>
            <a:r>
              <a:rPr lang="en-GB"/>
              <a:t>  </a:t>
            </a:r>
            <a:endParaRPr lang="en-GB" dirty="0"/>
          </a:p>
        </p:txBody>
      </p:sp>
      <p:sp>
        <p:nvSpPr>
          <p:cNvPr id="18" name="Frame 6 {PHJU} (JU-Free)">
            <a:extLst>
              <a:ext uri="{FF2B5EF4-FFF2-40B4-BE49-F238E27FC236}">
                <a16:creationId xmlns:a16="http://schemas.microsoft.com/office/drawing/2014/main" id="{63AC5167-2E4D-EFDE-2F3D-F101E72DBAB8}"/>
              </a:ext>
            </a:extLst>
          </p:cNvPr>
          <p:cNvSpPr>
            <a:spLocks noGrp="1"/>
          </p:cNvSpPr>
          <p:nvPr>
            <p:ph type="body" sz="quarter" idx="1040" hasCustomPrompt="1"/>
          </p:nvPr>
        </p:nvSpPr>
        <p:spPr>
          <a:xfrm>
            <a:off x="3225420" y="2786639"/>
            <a:ext cx="223830" cy="163115"/>
          </a:xfrm>
          <a:custGeom>
            <a:avLst/>
            <a:gdLst>
              <a:gd name="connsiteX0" fmla="*/ 140191 w 223830"/>
              <a:gd name="connsiteY0" fmla="*/ 1972 h 163115"/>
              <a:gd name="connsiteX1" fmla="*/ 148983 w 223830"/>
              <a:gd name="connsiteY1" fmla="*/ 1972 h 163115"/>
              <a:gd name="connsiteX2" fmla="*/ 223830 w 223830"/>
              <a:gd name="connsiteY2" fmla="*/ 77017 h 163115"/>
              <a:gd name="connsiteX3" fmla="*/ 223830 w 223830"/>
              <a:gd name="connsiteY3" fmla="*/ 78152 h 163115"/>
              <a:gd name="connsiteX4" fmla="*/ 223830 w 223830"/>
              <a:gd name="connsiteY4" fmla="*/ 86099 h 163115"/>
              <a:gd name="connsiteX5" fmla="*/ 148983 w 223830"/>
              <a:gd name="connsiteY5" fmla="*/ 161144 h 163115"/>
              <a:gd name="connsiteX6" fmla="*/ 140191 w 223830"/>
              <a:gd name="connsiteY6" fmla="*/ 161144 h 163115"/>
              <a:gd name="connsiteX7" fmla="*/ 140191 w 223830"/>
              <a:gd name="connsiteY7" fmla="*/ 152062 h 163115"/>
              <a:gd name="connsiteX8" fmla="*/ 206484 w 223830"/>
              <a:gd name="connsiteY8" fmla="*/ 85382 h 163115"/>
              <a:gd name="connsiteX9" fmla="*/ 3802 w 223830"/>
              <a:gd name="connsiteY9" fmla="*/ 85382 h 163115"/>
              <a:gd name="connsiteX10" fmla="*/ 0 w 223830"/>
              <a:gd name="connsiteY10" fmla="*/ 81558 h 163115"/>
              <a:gd name="connsiteX11" fmla="*/ 3802 w 223830"/>
              <a:gd name="connsiteY11" fmla="*/ 77734 h 163115"/>
              <a:gd name="connsiteX12" fmla="*/ 206484 w 223830"/>
              <a:gd name="connsiteY12" fmla="*/ 77734 h 163115"/>
              <a:gd name="connsiteX13" fmla="*/ 140191 w 223830"/>
              <a:gd name="connsiteY13" fmla="*/ 10815 h 163115"/>
              <a:gd name="connsiteX14" fmla="*/ 140191 w 223830"/>
              <a:gd name="connsiteY14" fmla="*/ 1972 h 16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3830" h="163115">
                <a:moveTo>
                  <a:pt x="140191" y="1972"/>
                </a:moveTo>
                <a:cubicBezTo>
                  <a:pt x="142567" y="-657"/>
                  <a:pt x="146606" y="-657"/>
                  <a:pt x="148983" y="1972"/>
                </a:cubicBezTo>
                <a:lnTo>
                  <a:pt x="223830" y="77017"/>
                </a:lnTo>
                <a:lnTo>
                  <a:pt x="223830" y="78152"/>
                </a:lnTo>
                <a:lnTo>
                  <a:pt x="223830" y="86099"/>
                </a:lnTo>
                <a:cubicBezTo>
                  <a:pt x="223830" y="86099"/>
                  <a:pt x="223830" y="86099"/>
                  <a:pt x="148983" y="161144"/>
                </a:cubicBezTo>
                <a:cubicBezTo>
                  <a:pt x="146606" y="163773"/>
                  <a:pt x="142567" y="163773"/>
                  <a:pt x="140191" y="161144"/>
                </a:cubicBezTo>
                <a:cubicBezTo>
                  <a:pt x="137577" y="158754"/>
                  <a:pt x="137577" y="154691"/>
                  <a:pt x="140191" y="152062"/>
                </a:cubicBezTo>
                <a:cubicBezTo>
                  <a:pt x="140191" y="152062"/>
                  <a:pt x="140191" y="152062"/>
                  <a:pt x="206484" y="85382"/>
                </a:cubicBezTo>
                <a:cubicBezTo>
                  <a:pt x="206484" y="85382"/>
                  <a:pt x="206484" y="85382"/>
                  <a:pt x="3802" y="85382"/>
                </a:cubicBezTo>
                <a:cubicBezTo>
                  <a:pt x="1663" y="85382"/>
                  <a:pt x="0" y="83709"/>
                  <a:pt x="0" y="81558"/>
                </a:cubicBezTo>
                <a:cubicBezTo>
                  <a:pt x="0" y="79407"/>
                  <a:pt x="1663" y="77734"/>
                  <a:pt x="3802" y="77734"/>
                </a:cubicBezTo>
                <a:cubicBezTo>
                  <a:pt x="3802" y="77734"/>
                  <a:pt x="3802" y="77734"/>
                  <a:pt x="206484" y="77734"/>
                </a:cubicBezTo>
                <a:cubicBezTo>
                  <a:pt x="206484" y="77734"/>
                  <a:pt x="206484" y="77734"/>
                  <a:pt x="140191" y="10815"/>
                </a:cubicBezTo>
                <a:cubicBezTo>
                  <a:pt x="137577" y="8425"/>
                  <a:pt x="137577" y="4362"/>
                  <a:pt x="140191" y="1972"/>
                </a:cubicBezTo>
                <a:close/>
              </a:path>
            </a:pathLst>
          </a:custGeom>
          <a:gradFill flip="none" rotWithShape="1"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5400000" scaled="1"/>
            <a:tileRect/>
          </a:gradFill>
          <a:ln w="0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08000" tIns="108000" rIns="72000" bIns="0" rtlCol="0" anchor="t">
            <a:noAutofit/>
          </a:bodyPr>
          <a:lstStyle>
            <a:lvl1pPr marL="0" indent="0">
              <a:buNone/>
              <a:defRPr lang="nl-NL" sz="330" b="0"/>
            </a:lvl1pPr>
          </a:lstStyle>
          <a:p>
            <a:pPr marL="228600" lvl="0" indent="-228600">
              <a:spcAft>
                <a:spcPts val="2200"/>
              </a:spcAft>
            </a:pPr>
            <a:r>
              <a:rPr lang="en-GB"/>
              <a:t>  </a:t>
            </a:r>
            <a:endParaRPr lang="en-GB" dirty="0"/>
          </a:p>
        </p:txBody>
      </p:sp>
      <p:sp>
        <p:nvSpPr>
          <p:cNvPr id="19" name="Frame 7 {PHJU} (JU-Free)">
            <a:extLst>
              <a:ext uri="{FF2B5EF4-FFF2-40B4-BE49-F238E27FC236}">
                <a16:creationId xmlns:a16="http://schemas.microsoft.com/office/drawing/2014/main" id="{251F43BF-5C26-C11B-420F-6B27008D1F21}"/>
              </a:ext>
            </a:extLst>
          </p:cNvPr>
          <p:cNvSpPr>
            <a:spLocks noGrp="1"/>
          </p:cNvSpPr>
          <p:nvPr>
            <p:ph type="body" sz="quarter" idx="1041" hasCustomPrompt="1"/>
          </p:nvPr>
        </p:nvSpPr>
        <p:spPr>
          <a:xfrm>
            <a:off x="3225420" y="3327322"/>
            <a:ext cx="223830" cy="161776"/>
          </a:xfrm>
          <a:custGeom>
            <a:avLst/>
            <a:gdLst>
              <a:gd name="connsiteX0" fmla="*/ 140191 w 223830"/>
              <a:gd name="connsiteY0" fmla="*/ 1956 h 161776"/>
              <a:gd name="connsiteX1" fmla="*/ 148983 w 223830"/>
              <a:gd name="connsiteY1" fmla="*/ 1956 h 161776"/>
              <a:gd name="connsiteX2" fmla="*/ 223830 w 223830"/>
              <a:gd name="connsiteY2" fmla="*/ 76384 h 161776"/>
              <a:gd name="connsiteX3" fmla="*/ 223830 w 223830"/>
              <a:gd name="connsiteY3" fmla="*/ 77510 h 161776"/>
              <a:gd name="connsiteX4" fmla="*/ 223830 w 223830"/>
              <a:gd name="connsiteY4" fmla="*/ 85392 h 161776"/>
              <a:gd name="connsiteX5" fmla="*/ 148983 w 223830"/>
              <a:gd name="connsiteY5" fmla="*/ 159821 h 161776"/>
              <a:gd name="connsiteX6" fmla="*/ 140191 w 223830"/>
              <a:gd name="connsiteY6" fmla="*/ 159821 h 161776"/>
              <a:gd name="connsiteX7" fmla="*/ 140191 w 223830"/>
              <a:gd name="connsiteY7" fmla="*/ 150813 h 161776"/>
              <a:gd name="connsiteX8" fmla="*/ 206484 w 223830"/>
              <a:gd name="connsiteY8" fmla="*/ 84681 h 161776"/>
              <a:gd name="connsiteX9" fmla="*/ 3802 w 223830"/>
              <a:gd name="connsiteY9" fmla="*/ 84681 h 161776"/>
              <a:gd name="connsiteX10" fmla="*/ 0 w 223830"/>
              <a:gd name="connsiteY10" fmla="*/ 80888 h 161776"/>
              <a:gd name="connsiteX11" fmla="*/ 3802 w 223830"/>
              <a:gd name="connsiteY11" fmla="*/ 77096 h 161776"/>
              <a:gd name="connsiteX12" fmla="*/ 206484 w 223830"/>
              <a:gd name="connsiteY12" fmla="*/ 77096 h 161776"/>
              <a:gd name="connsiteX13" fmla="*/ 140191 w 223830"/>
              <a:gd name="connsiteY13" fmla="*/ 10726 h 161776"/>
              <a:gd name="connsiteX14" fmla="*/ 140191 w 223830"/>
              <a:gd name="connsiteY14" fmla="*/ 1956 h 161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3830" h="161776">
                <a:moveTo>
                  <a:pt x="140191" y="1956"/>
                </a:moveTo>
                <a:cubicBezTo>
                  <a:pt x="142567" y="-652"/>
                  <a:pt x="146606" y="-652"/>
                  <a:pt x="148983" y="1956"/>
                </a:cubicBezTo>
                <a:lnTo>
                  <a:pt x="223830" y="76384"/>
                </a:lnTo>
                <a:lnTo>
                  <a:pt x="223830" y="77510"/>
                </a:lnTo>
                <a:lnTo>
                  <a:pt x="223830" y="85392"/>
                </a:lnTo>
                <a:cubicBezTo>
                  <a:pt x="223830" y="85392"/>
                  <a:pt x="223830" y="85392"/>
                  <a:pt x="148983" y="159821"/>
                </a:cubicBezTo>
                <a:cubicBezTo>
                  <a:pt x="146606" y="162428"/>
                  <a:pt x="142567" y="162428"/>
                  <a:pt x="140191" y="159821"/>
                </a:cubicBezTo>
                <a:cubicBezTo>
                  <a:pt x="137577" y="157450"/>
                  <a:pt x="137577" y="153421"/>
                  <a:pt x="140191" y="150813"/>
                </a:cubicBezTo>
                <a:cubicBezTo>
                  <a:pt x="140191" y="150813"/>
                  <a:pt x="140191" y="150813"/>
                  <a:pt x="206484" y="84681"/>
                </a:cubicBezTo>
                <a:cubicBezTo>
                  <a:pt x="206484" y="84681"/>
                  <a:pt x="206484" y="84681"/>
                  <a:pt x="3802" y="84681"/>
                </a:cubicBezTo>
                <a:cubicBezTo>
                  <a:pt x="1663" y="84681"/>
                  <a:pt x="0" y="83021"/>
                  <a:pt x="0" y="80888"/>
                </a:cubicBezTo>
                <a:cubicBezTo>
                  <a:pt x="0" y="78755"/>
                  <a:pt x="1663" y="77096"/>
                  <a:pt x="3802" y="77096"/>
                </a:cubicBezTo>
                <a:cubicBezTo>
                  <a:pt x="3802" y="77096"/>
                  <a:pt x="3802" y="77096"/>
                  <a:pt x="206484" y="77096"/>
                </a:cubicBezTo>
                <a:cubicBezTo>
                  <a:pt x="206484" y="77096"/>
                  <a:pt x="206484" y="77096"/>
                  <a:pt x="140191" y="10726"/>
                </a:cubicBezTo>
                <a:cubicBezTo>
                  <a:pt x="137577" y="8355"/>
                  <a:pt x="137577" y="4326"/>
                  <a:pt x="140191" y="1956"/>
                </a:cubicBezTo>
                <a:close/>
              </a:path>
            </a:pathLst>
          </a:custGeom>
          <a:gradFill flip="none" rotWithShape="1"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5400000" scaled="1"/>
            <a:tileRect/>
          </a:gradFill>
          <a:ln w="0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08000" tIns="108000" rIns="72000" bIns="0" rtlCol="0" anchor="t">
            <a:noAutofit/>
          </a:bodyPr>
          <a:lstStyle>
            <a:lvl1pPr marL="0" indent="0">
              <a:buNone/>
              <a:defRPr lang="nl-NL" sz="330" b="0"/>
            </a:lvl1pPr>
          </a:lstStyle>
          <a:p>
            <a:pPr marL="228600" lvl="0" indent="-228600">
              <a:spcAft>
                <a:spcPts val="2200"/>
              </a:spcAft>
            </a:pPr>
            <a:r>
              <a:rPr lang="en-GB"/>
              <a:t>  </a:t>
            </a:r>
            <a:endParaRPr lang="en-GB" dirty="0"/>
          </a:p>
        </p:txBody>
      </p:sp>
      <p:sp>
        <p:nvSpPr>
          <p:cNvPr id="21" name="Text 8  [PHJU] (JU-Free)">
            <a:extLst>
              <a:ext uri="{FF2B5EF4-FFF2-40B4-BE49-F238E27FC236}">
                <a16:creationId xmlns:a16="http://schemas.microsoft.com/office/drawing/2014/main" id="{736762CE-DA58-5485-85E4-E310EA12521D}"/>
              </a:ext>
            </a:extLst>
          </p:cNvPr>
          <p:cNvSpPr>
            <a:spLocks noGrp="1"/>
          </p:cNvSpPr>
          <p:nvPr>
            <p:ph type="body" sz="quarter" idx="1024" hasCustomPrompt="1"/>
          </p:nvPr>
        </p:nvSpPr>
        <p:spPr bwMode="gray">
          <a:xfrm>
            <a:off x="360000" y="1530000"/>
            <a:ext cx="1051200" cy="358396"/>
          </a:xfrm>
          <a:prstGeom prst="rect">
            <a:avLst/>
          </a:prstGeom>
        </p:spPr>
        <p:txBody>
          <a:bodyPr lIns="0" tIns="0" rIns="0"/>
          <a:lstStyle>
            <a:lvl1pPr marL="0" marR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24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[00%]</a:t>
            </a:r>
          </a:p>
        </p:txBody>
      </p:sp>
      <p:sp>
        <p:nvSpPr>
          <p:cNvPr id="25" name="Text 9  [PHJU] (JU-Free)">
            <a:extLst>
              <a:ext uri="{FF2B5EF4-FFF2-40B4-BE49-F238E27FC236}">
                <a16:creationId xmlns:a16="http://schemas.microsoft.com/office/drawing/2014/main" id="{842B95A3-AF2F-36D1-99A6-5AE6DF5EAA59}"/>
              </a:ext>
            </a:extLst>
          </p:cNvPr>
          <p:cNvSpPr>
            <a:spLocks noGrp="1"/>
          </p:cNvSpPr>
          <p:nvPr>
            <p:ph type="body" sz="quarter" idx="1028" hasCustomPrompt="1"/>
          </p:nvPr>
        </p:nvSpPr>
        <p:spPr bwMode="gray">
          <a:xfrm>
            <a:off x="1410073" y="1677600"/>
            <a:ext cx="1422337" cy="230666"/>
          </a:xfrm>
          <a:prstGeom prst="rect">
            <a:avLst/>
          </a:prstGeom>
        </p:spPr>
        <p:txBody>
          <a:bodyPr lIns="0" tIns="0" rIns="7200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54" name="Text 10  [PHJU] (JU-Free)">
            <a:extLst>
              <a:ext uri="{FF2B5EF4-FFF2-40B4-BE49-F238E27FC236}">
                <a16:creationId xmlns:a16="http://schemas.microsoft.com/office/drawing/2014/main" id="{CE7CCA36-3F66-F58E-4BFE-533B408A58E1}"/>
              </a:ext>
            </a:extLst>
          </p:cNvPr>
          <p:cNvSpPr>
            <a:spLocks noGrp="1"/>
          </p:cNvSpPr>
          <p:nvPr>
            <p:ph type="body" sz="quarter" idx="1032" hasCustomPrompt="1"/>
          </p:nvPr>
        </p:nvSpPr>
        <p:spPr bwMode="gray">
          <a:xfrm>
            <a:off x="3633282" y="1677600"/>
            <a:ext cx="5178932" cy="421684"/>
          </a:xfrm>
          <a:prstGeom prst="rect">
            <a:avLst/>
          </a:prstGeom>
        </p:spPr>
        <p:txBody>
          <a:bodyPr lIns="0" tIns="0" rIns="7200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22" name="Text 11  [PHJU] (JU-Free)">
            <a:extLst>
              <a:ext uri="{FF2B5EF4-FFF2-40B4-BE49-F238E27FC236}">
                <a16:creationId xmlns:a16="http://schemas.microsoft.com/office/drawing/2014/main" id="{1F297086-D51A-8585-604A-948223DFE61D}"/>
              </a:ext>
            </a:extLst>
          </p:cNvPr>
          <p:cNvSpPr>
            <a:spLocks noGrp="1"/>
          </p:cNvSpPr>
          <p:nvPr>
            <p:ph type="body" sz="quarter" idx="1025" hasCustomPrompt="1"/>
          </p:nvPr>
        </p:nvSpPr>
        <p:spPr bwMode="gray">
          <a:xfrm>
            <a:off x="360000" y="2096740"/>
            <a:ext cx="1051200" cy="358396"/>
          </a:xfrm>
          <a:prstGeom prst="rect">
            <a:avLst/>
          </a:prstGeom>
        </p:spPr>
        <p:txBody>
          <a:bodyPr lIns="0" tIns="0" rIns="0"/>
          <a:lstStyle>
            <a:lvl1pPr marL="0" marR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24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[00%]</a:t>
            </a:r>
          </a:p>
        </p:txBody>
      </p:sp>
      <p:sp>
        <p:nvSpPr>
          <p:cNvPr id="47" name="Text 12  [PHJU] (JU-Free)">
            <a:extLst>
              <a:ext uri="{FF2B5EF4-FFF2-40B4-BE49-F238E27FC236}">
                <a16:creationId xmlns:a16="http://schemas.microsoft.com/office/drawing/2014/main" id="{3DEE3142-C4CE-9F41-E97C-9BF92678C6F6}"/>
              </a:ext>
            </a:extLst>
          </p:cNvPr>
          <p:cNvSpPr>
            <a:spLocks noGrp="1"/>
          </p:cNvSpPr>
          <p:nvPr>
            <p:ph type="body" sz="quarter" idx="1029" hasCustomPrompt="1"/>
          </p:nvPr>
        </p:nvSpPr>
        <p:spPr bwMode="gray">
          <a:xfrm>
            <a:off x="1410073" y="2246400"/>
            <a:ext cx="1422337" cy="230666"/>
          </a:xfrm>
          <a:prstGeom prst="rect">
            <a:avLst/>
          </a:prstGeom>
        </p:spPr>
        <p:txBody>
          <a:bodyPr lIns="0" tIns="0" rIns="7200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55" name="Text 13  [PHJU] (JU-Free)">
            <a:extLst>
              <a:ext uri="{FF2B5EF4-FFF2-40B4-BE49-F238E27FC236}">
                <a16:creationId xmlns:a16="http://schemas.microsoft.com/office/drawing/2014/main" id="{37A015AD-ADF0-F628-CE16-25C4B612B359}"/>
              </a:ext>
            </a:extLst>
          </p:cNvPr>
          <p:cNvSpPr>
            <a:spLocks noGrp="1"/>
          </p:cNvSpPr>
          <p:nvPr>
            <p:ph type="body" sz="quarter" idx="1033" hasCustomPrompt="1"/>
          </p:nvPr>
        </p:nvSpPr>
        <p:spPr bwMode="gray">
          <a:xfrm>
            <a:off x="3633282" y="2246400"/>
            <a:ext cx="5186328" cy="421560"/>
          </a:xfrm>
          <a:prstGeom prst="rect">
            <a:avLst/>
          </a:prstGeom>
        </p:spPr>
        <p:txBody>
          <a:bodyPr lIns="0" tIns="0" rIns="7200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23" name="Text 14  [PHJU] (JU-Free)">
            <a:extLst>
              <a:ext uri="{FF2B5EF4-FFF2-40B4-BE49-F238E27FC236}">
                <a16:creationId xmlns:a16="http://schemas.microsoft.com/office/drawing/2014/main" id="{CD47AF1D-3CD9-6300-E732-82AA5AEEE861}"/>
              </a:ext>
            </a:extLst>
          </p:cNvPr>
          <p:cNvSpPr>
            <a:spLocks noGrp="1"/>
          </p:cNvSpPr>
          <p:nvPr>
            <p:ph type="body" sz="quarter" idx="1026" hasCustomPrompt="1"/>
          </p:nvPr>
        </p:nvSpPr>
        <p:spPr bwMode="gray">
          <a:xfrm>
            <a:off x="360000" y="2660400"/>
            <a:ext cx="1051200" cy="358396"/>
          </a:xfrm>
          <a:prstGeom prst="rect">
            <a:avLst/>
          </a:prstGeom>
        </p:spPr>
        <p:txBody>
          <a:bodyPr lIns="0" tIns="0" rIns="0"/>
          <a:lstStyle>
            <a:lvl1pPr marL="0" marR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24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[00%]</a:t>
            </a:r>
          </a:p>
        </p:txBody>
      </p:sp>
      <p:sp>
        <p:nvSpPr>
          <p:cNvPr id="52" name="Text 15  [PHJU] (JU-Free)">
            <a:extLst>
              <a:ext uri="{FF2B5EF4-FFF2-40B4-BE49-F238E27FC236}">
                <a16:creationId xmlns:a16="http://schemas.microsoft.com/office/drawing/2014/main" id="{6DD490A2-9FE2-F78D-6ADB-14EA9BB96387}"/>
              </a:ext>
            </a:extLst>
          </p:cNvPr>
          <p:cNvSpPr>
            <a:spLocks noGrp="1"/>
          </p:cNvSpPr>
          <p:nvPr>
            <p:ph type="body" sz="quarter" idx="1030" hasCustomPrompt="1"/>
          </p:nvPr>
        </p:nvSpPr>
        <p:spPr bwMode="gray">
          <a:xfrm>
            <a:off x="1410072" y="2815200"/>
            <a:ext cx="1422337" cy="230666"/>
          </a:xfrm>
          <a:prstGeom prst="rect">
            <a:avLst/>
          </a:prstGeom>
        </p:spPr>
        <p:txBody>
          <a:bodyPr lIns="0" tIns="0" rIns="7200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56" name="Text 16  [PHJU] (JU-Free)">
            <a:extLst>
              <a:ext uri="{FF2B5EF4-FFF2-40B4-BE49-F238E27FC236}">
                <a16:creationId xmlns:a16="http://schemas.microsoft.com/office/drawing/2014/main" id="{9E587793-26A2-7A4C-AEB6-679FDB884948}"/>
              </a:ext>
            </a:extLst>
          </p:cNvPr>
          <p:cNvSpPr>
            <a:spLocks noGrp="1"/>
          </p:cNvSpPr>
          <p:nvPr>
            <p:ph type="body" sz="quarter" idx="1034" hasCustomPrompt="1"/>
          </p:nvPr>
        </p:nvSpPr>
        <p:spPr bwMode="gray">
          <a:xfrm>
            <a:off x="3633282" y="2815200"/>
            <a:ext cx="5186328" cy="421560"/>
          </a:xfrm>
          <a:prstGeom prst="rect">
            <a:avLst/>
          </a:prstGeom>
        </p:spPr>
        <p:txBody>
          <a:bodyPr lIns="0" tIns="0" rIns="7200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24" name="Text 17  [PHJU] (JU-Free)">
            <a:extLst>
              <a:ext uri="{FF2B5EF4-FFF2-40B4-BE49-F238E27FC236}">
                <a16:creationId xmlns:a16="http://schemas.microsoft.com/office/drawing/2014/main" id="{F00C3E7F-7A07-246B-5187-194E1A0072D6}"/>
              </a:ext>
            </a:extLst>
          </p:cNvPr>
          <p:cNvSpPr>
            <a:spLocks noGrp="1"/>
          </p:cNvSpPr>
          <p:nvPr>
            <p:ph type="body" sz="quarter" idx="1027" hasCustomPrompt="1"/>
          </p:nvPr>
        </p:nvSpPr>
        <p:spPr bwMode="gray">
          <a:xfrm>
            <a:off x="360000" y="3225600"/>
            <a:ext cx="1051200" cy="358396"/>
          </a:xfrm>
          <a:prstGeom prst="rect">
            <a:avLst/>
          </a:prstGeom>
        </p:spPr>
        <p:txBody>
          <a:bodyPr lIns="0" tIns="0" rIns="0"/>
          <a:lstStyle>
            <a:lvl1pPr marL="0" marR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24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[00%]</a:t>
            </a:r>
          </a:p>
        </p:txBody>
      </p:sp>
      <p:sp>
        <p:nvSpPr>
          <p:cNvPr id="53" name="Text 18  [PHJU] (JU-Free)">
            <a:extLst>
              <a:ext uri="{FF2B5EF4-FFF2-40B4-BE49-F238E27FC236}">
                <a16:creationId xmlns:a16="http://schemas.microsoft.com/office/drawing/2014/main" id="{E43EF812-04D8-079E-61F1-372A16A4D3A4}"/>
              </a:ext>
            </a:extLst>
          </p:cNvPr>
          <p:cNvSpPr>
            <a:spLocks noGrp="1"/>
          </p:cNvSpPr>
          <p:nvPr>
            <p:ph type="body" sz="quarter" idx="1031" hasCustomPrompt="1"/>
          </p:nvPr>
        </p:nvSpPr>
        <p:spPr bwMode="gray">
          <a:xfrm>
            <a:off x="1400256" y="3376800"/>
            <a:ext cx="1422337" cy="230666"/>
          </a:xfrm>
          <a:prstGeom prst="rect">
            <a:avLst/>
          </a:prstGeom>
        </p:spPr>
        <p:txBody>
          <a:bodyPr lIns="0" tIns="0" rIns="7200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57" name="Text 19  [PHJU] (JU-Free)">
            <a:extLst>
              <a:ext uri="{FF2B5EF4-FFF2-40B4-BE49-F238E27FC236}">
                <a16:creationId xmlns:a16="http://schemas.microsoft.com/office/drawing/2014/main" id="{DD6167F0-4CB6-1D81-0DA8-F473D4F8F8ED}"/>
              </a:ext>
            </a:extLst>
          </p:cNvPr>
          <p:cNvSpPr>
            <a:spLocks noGrp="1"/>
          </p:cNvSpPr>
          <p:nvPr>
            <p:ph type="body" sz="quarter" idx="1035" hasCustomPrompt="1"/>
          </p:nvPr>
        </p:nvSpPr>
        <p:spPr bwMode="gray">
          <a:xfrm>
            <a:off x="3633282" y="3376800"/>
            <a:ext cx="5186328" cy="421560"/>
          </a:xfrm>
          <a:prstGeom prst="rect">
            <a:avLst/>
          </a:prstGeom>
        </p:spPr>
        <p:txBody>
          <a:bodyPr lIns="0" tIns="0" rIns="7200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2" name="Frame footer 1 (JU-Free)">
            <a:extLst>
              <a:ext uri="{FF2B5EF4-FFF2-40B4-BE49-F238E27FC236}">
                <a16:creationId xmlns:a16="http://schemas.microsoft.com/office/drawing/2014/main" id="{397D26F9-8C8F-908E-3044-2D4E3BFB6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883335" y="4812834"/>
            <a:ext cx="3847934" cy="828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lnSpc>
                <a:spcPct val="80000"/>
              </a:lnSpc>
              <a:defRPr sz="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1"/>
              <a:t>TechForum eXplore 2025 Season - For Internal Use - © Worldline</a:t>
            </a:r>
            <a:endParaRPr lang="en-GB" noProof="1"/>
          </a:p>
        </p:txBody>
      </p:sp>
      <p:sp>
        <p:nvSpPr>
          <p:cNvPr id="5" name="Frame slide number 2 (JU-Free)">
            <a:extLst>
              <a:ext uri="{FF2B5EF4-FFF2-40B4-BE49-F238E27FC236}">
                <a16:creationId xmlns:a16="http://schemas.microsoft.com/office/drawing/2014/main" id="{06BE75AC-7250-22B6-D300-89D6378E1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670682" y="4899054"/>
            <a:ext cx="273240" cy="828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lnSpc>
                <a:spcPct val="80000"/>
              </a:lnSpc>
              <a:defRPr sz="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 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9630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288">
          <p15:clr>
            <a:srgbClr val="46BEAA"/>
          </p15:clr>
        </p15:guide>
        <p15:guide id="7" orient="horz" pos="1333">
          <p15:clr>
            <a:srgbClr val="46BEAA"/>
          </p15:clr>
        </p15:guide>
        <p15:guide id="8" orient="horz" pos="1415">
          <p15:clr>
            <a:srgbClr val="46BEAA"/>
          </p15:clr>
        </p15:guide>
        <p15:guide id="9" orient="horz" pos="1680">
          <p15:clr>
            <a:srgbClr val="46BEAA"/>
          </p15:clr>
        </p15:guide>
        <p15:guide id="10" orient="horz" pos="1753">
          <p15:clr>
            <a:srgbClr val="46BEAA"/>
          </p15:clr>
        </p15:guide>
        <p15:guide id="11" orient="horz" pos="2019">
          <p15:clr>
            <a:srgbClr val="46BEAA"/>
          </p15:clr>
        </p15:guide>
        <p15:guide id="12" orient="horz" pos="2096">
          <p15:clr>
            <a:srgbClr val="46BEAA"/>
          </p15:clr>
        </p15:guide>
        <p15:guide id="13" orient="horz" pos="2362">
          <p15:clr>
            <a:srgbClr val="46BEAA"/>
          </p15:clr>
        </p15:guide>
        <p15:guide id="14" orient="horz" pos="1057">
          <p15:clr>
            <a:srgbClr val="46BEAA"/>
          </p15:clr>
        </p15:guide>
        <p15:guide id="15" orient="horz" pos="1144">
          <p15:clr>
            <a:srgbClr val="46BEAA"/>
          </p15:clr>
        </p15:guide>
        <p15:guide id="16" orient="horz" pos="1508">
          <p15:clr>
            <a:srgbClr val="46BEAA"/>
          </p15:clr>
        </p15:guide>
        <p15:guide id="17" orient="horz" pos="1850">
          <p15:clr>
            <a:srgbClr val="46BEAA"/>
          </p15:clr>
        </p15:guide>
        <p15:guide id="18" orient="horz" pos="2187" userDrawn="1">
          <p15:clr>
            <a:srgbClr val="46BEAA"/>
          </p15:clr>
        </p15:guide>
        <p15:guide id="19" orient="horz" pos="522">
          <p15:clr>
            <a:srgbClr val="46BEAA"/>
          </p15:clr>
        </p15:guide>
        <p15:guide id="20" orient="horz" pos="747">
          <p15:clr>
            <a:srgbClr val="46BEAA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[Diagram (Green-Purple)]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 (JU-Free)">
            <a:extLst>
              <a:ext uri="{FF2B5EF4-FFF2-40B4-BE49-F238E27FC236}">
                <a16:creationId xmlns:a16="http://schemas.microsoft.com/office/drawing/2014/main" id="{6B3F8261-1E28-A5AA-736A-D25E5F79E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264240"/>
            <a:ext cx="8424359" cy="471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13" name="Subtitle 2  [PHJU] (JU-Free)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828720"/>
            <a:ext cx="8424359" cy="3585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12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575" b="0"/>
            </a:lvl2pPr>
            <a:lvl3pPr marL="0" indent="0">
              <a:lnSpc>
                <a:spcPct val="100000"/>
              </a:lnSpc>
              <a:buNone/>
              <a:defRPr sz="1575" b="0"/>
            </a:lvl3pPr>
            <a:lvl4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5pPr>
            <a:lvl6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6pPr>
            <a:lvl7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7pPr>
            <a:lvl8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10" name="Rectangle: Rounded Rectangles 3 {PHJU} (JU-Free)">
            <a:extLst>
              <a:ext uri="{FF2B5EF4-FFF2-40B4-BE49-F238E27FC236}">
                <a16:creationId xmlns:a16="http://schemas.microsoft.com/office/drawing/2014/main" id="{AF7A12DF-1655-4E87-C55F-0B6AAB24C3B1}"/>
              </a:ext>
            </a:extLst>
          </p:cNvPr>
          <p:cNvSpPr>
            <a:spLocks noGrp="1"/>
          </p:cNvSpPr>
          <p:nvPr>
            <p:ph type="body" sz="quarter" idx="1044" hasCustomPrompt="1"/>
          </p:nvPr>
        </p:nvSpPr>
        <p:spPr>
          <a:xfrm>
            <a:off x="360000" y="1395720"/>
            <a:ext cx="2700000" cy="2227320"/>
          </a:xfrm>
          <a:custGeom>
            <a:avLst/>
            <a:gdLst>
              <a:gd name="connsiteX0" fmla="*/ 124680 w 2700000"/>
              <a:gd name="connsiteY0" fmla="*/ 0 h 2227230"/>
              <a:gd name="connsiteX1" fmla="*/ 2575320 w 2700000"/>
              <a:gd name="connsiteY1" fmla="*/ 0 h 2227230"/>
              <a:gd name="connsiteX2" fmla="*/ 2700000 w 2700000"/>
              <a:gd name="connsiteY2" fmla="*/ 124680 h 2227230"/>
              <a:gd name="connsiteX3" fmla="*/ 2700000 w 2700000"/>
              <a:gd name="connsiteY3" fmla="*/ 2102550 h 2227230"/>
              <a:gd name="connsiteX4" fmla="*/ 2575320 w 2700000"/>
              <a:gd name="connsiteY4" fmla="*/ 2227230 h 2227230"/>
              <a:gd name="connsiteX5" fmla="*/ 124680 w 2700000"/>
              <a:gd name="connsiteY5" fmla="*/ 2227230 h 2227230"/>
              <a:gd name="connsiteX6" fmla="*/ 0 w 2700000"/>
              <a:gd name="connsiteY6" fmla="*/ 2102550 h 2227230"/>
              <a:gd name="connsiteX7" fmla="*/ 0 w 2700000"/>
              <a:gd name="connsiteY7" fmla="*/ 124680 h 2227230"/>
              <a:gd name="connsiteX8" fmla="*/ 124680 w 2700000"/>
              <a:gd name="connsiteY8" fmla="*/ 0 h 2227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2227230">
                <a:moveTo>
                  <a:pt x="124680" y="0"/>
                </a:moveTo>
                <a:lnTo>
                  <a:pt x="2575320" y="0"/>
                </a:lnTo>
                <a:cubicBezTo>
                  <a:pt x="2644179" y="0"/>
                  <a:pt x="2700000" y="55821"/>
                  <a:pt x="2700000" y="124680"/>
                </a:cubicBezTo>
                <a:lnTo>
                  <a:pt x="2700000" y="2102550"/>
                </a:lnTo>
                <a:cubicBezTo>
                  <a:pt x="2700000" y="2171409"/>
                  <a:pt x="2644179" y="2227230"/>
                  <a:pt x="2575320" y="2227230"/>
                </a:cubicBezTo>
                <a:lnTo>
                  <a:pt x="124680" y="2227230"/>
                </a:lnTo>
                <a:cubicBezTo>
                  <a:pt x="55821" y="2227230"/>
                  <a:pt x="0" y="2171409"/>
                  <a:pt x="0" y="2102550"/>
                </a:cubicBezTo>
                <a:lnTo>
                  <a:pt x="0" y="124680"/>
                </a:lnTo>
                <a:cubicBezTo>
                  <a:pt x="0" y="55821"/>
                  <a:pt x="55821" y="0"/>
                  <a:pt x="12468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2700000" scaled="1"/>
            <a:tileRect/>
          </a:gradFill>
          <a:ln w="0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08000" tIns="108000" rIns="72000" bIns="0" rtlCol="0" anchor="t">
            <a:noAutofit/>
          </a:bodyPr>
          <a:lstStyle>
            <a:lvl1pPr>
              <a:defRPr lang="nl-NL" sz="33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Aft>
                <a:spcPts val="2200"/>
              </a:spcAft>
              <a:buFontTx/>
              <a:buNone/>
            </a:pPr>
            <a:r>
              <a:rPr lang="en-GB"/>
              <a:t>  </a:t>
            </a:r>
            <a:endParaRPr lang="en-GB" dirty="0"/>
          </a:p>
        </p:txBody>
      </p:sp>
      <p:sp>
        <p:nvSpPr>
          <p:cNvPr id="16" name="Frame 4 {PHJU} (JU-Free)">
            <a:extLst>
              <a:ext uri="{FF2B5EF4-FFF2-40B4-BE49-F238E27FC236}">
                <a16:creationId xmlns:a16="http://schemas.microsoft.com/office/drawing/2014/main" id="{EE9E91CC-C454-6E85-9673-4B84DAD94699}"/>
              </a:ext>
            </a:extLst>
          </p:cNvPr>
          <p:cNvSpPr>
            <a:spLocks noGrp="1"/>
          </p:cNvSpPr>
          <p:nvPr>
            <p:ph type="body" sz="quarter" idx="1038" hasCustomPrompt="1"/>
          </p:nvPr>
        </p:nvSpPr>
        <p:spPr>
          <a:xfrm>
            <a:off x="3225403" y="1682016"/>
            <a:ext cx="223838" cy="162993"/>
          </a:xfrm>
          <a:custGeom>
            <a:avLst/>
            <a:gdLst>
              <a:gd name="connsiteX0" fmla="*/ 140196 w 223838"/>
              <a:gd name="connsiteY0" fmla="*/ 1971 h 162993"/>
              <a:gd name="connsiteX1" fmla="*/ 148988 w 223838"/>
              <a:gd name="connsiteY1" fmla="*/ 1971 h 162993"/>
              <a:gd name="connsiteX2" fmla="*/ 223838 w 223838"/>
              <a:gd name="connsiteY2" fmla="*/ 76960 h 162993"/>
              <a:gd name="connsiteX3" fmla="*/ 223838 w 223838"/>
              <a:gd name="connsiteY3" fmla="*/ 78094 h 162993"/>
              <a:gd name="connsiteX4" fmla="*/ 223838 w 223838"/>
              <a:gd name="connsiteY4" fmla="*/ 86035 h 162993"/>
              <a:gd name="connsiteX5" fmla="*/ 148988 w 223838"/>
              <a:gd name="connsiteY5" fmla="*/ 161023 h 162993"/>
              <a:gd name="connsiteX6" fmla="*/ 140196 w 223838"/>
              <a:gd name="connsiteY6" fmla="*/ 161023 h 162993"/>
              <a:gd name="connsiteX7" fmla="*/ 140196 w 223838"/>
              <a:gd name="connsiteY7" fmla="*/ 151948 h 162993"/>
              <a:gd name="connsiteX8" fmla="*/ 206492 w 223838"/>
              <a:gd name="connsiteY8" fmla="*/ 85318 h 162993"/>
              <a:gd name="connsiteX9" fmla="*/ 3802 w 223838"/>
              <a:gd name="connsiteY9" fmla="*/ 85318 h 162993"/>
              <a:gd name="connsiteX10" fmla="*/ 0 w 223838"/>
              <a:gd name="connsiteY10" fmla="*/ 81497 h 162993"/>
              <a:gd name="connsiteX11" fmla="*/ 3802 w 223838"/>
              <a:gd name="connsiteY11" fmla="*/ 77676 h 162993"/>
              <a:gd name="connsiteX12" fmla="*/ 206492 w 223838"/>
              <a:gd name="connsiteY12" fmla="*/ 77676 h 162993"/>
              <a:gd name="connsiteX13" fmla="*/ 140196 w 223838"/>
              <a:gd name="connsiteY13" fmla="*/ 10807 h 162993"/>
              <a:gd name="connsiteX14" fmla="*/ 140196 w 223838"/>
              <a:gd name="connsiteY14" fmla="*/ 1971 h 162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3838" h="162993">
                <a:moveTo>
                  <a:pt x="140196" y="1971"/>
                </a:moveTo>
                <a:cubicBezTo>
                  <a:pt x="142572" y="-656"/>
                  <a:pt x="146612" y="-656"/>
                  <a:pt x="148988" y="1971"/>
                </a:cubicBezTo>
                <a:lnTo>
                  <a:pt x="223838" y="76960"/>
                </a:lnTo>
                <a:lnTo>
                  <a:pt x="223838" y="78094"/>
                </a:lnTo>
                <a:lnTo>
                  <a:pt x="223838" y="86035"/>
                </a:lnTo>
                <a:cubicBezTo>
                  <a:pt x="223838" y="86035"/>
                  <a:pt x="223838" y="86035"/>
                  <a:pt x="148988" y="161023"/>
                </a:cubicBezTo>
                <a:cubicBezTo>
                  <a:pt x="146612" y="163650"/>
                  <a:pt x="142572" y="163650"/>
                  <a:pt x="140196" y="161023"/>
                </a:cubicBezTo>
                <a:cubicBezTo>
                  <a:pt x="137582" y="158635"/>
                  <a:pt x="137582" y="154575"/>
                  <a:pt x="140196" y="151948"/>
                </a:cubicBezTo>
                <a:cubicBezTo>
                  <a:pt x="140196" y="151948"/>
                  <a:pt x="140196" y="151948"/>
                  <a:pt x="206492" y="85318"/>
                </a:cubicBezTo>
                <a:cubicBezTo>
                  <a:pt x="206492" y="85318"/>
                  <a:pt x="206492" y="85318"/>
                  <a:pt x="3802" y="85318"/>
                </a:cubicBezTo>
                <a:cubicBezTo>
                  <a:pt x="1663" y="85318"/>
                  <a:pt x="0" y="83646"/>
                  <a:pt x="0" y="81497"/>
                </a:cubicBezTo>
                <a:cubicBezTo>
                  <a:pt x="0" y="79348"/>
                  <a:pt x="1663" y="77676"/>
                  <a:pt x="3802" y="77676"/>
                </a:cubicBezTo>
                <a:cubicBezTo>
                  <a:pt x="3802" y="77676"/>
                  <a:pt x="3802" y="77676"/>
                  <a:pt x="206492" y="77676"/>
                </a:cubicBezTo>
                <a:cubicBezTo>
                  <a:pt x="206492" y="77676"/>
                  <a:pt x="206492" y="77676"/>
                  <a:pt x="140196" y="10807"/>
                </a:cubicBezTo>
                <a:cubicBezTo>
                  <a:pt x="137582" y="8419"/>
                  <a:pt x="137582" y="4359"/>
                  <a:pt x="140196" y="1971"/>
                </a:cubicBezTo>
                <a:close/>
              </a:path>
            </a:pathLst>
          </a:custGeom>
          <a:solidFill>
            <a:schemeClr val="bg2"/>
          </a:solidFill>
          <a:ln w="0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08000" tIns="108000" rIns="72000" bIns="0" rtlCol="0" anchor="t">
            <a:noAutofit/>
          </a:bodyPr>
          <a:lstStyle>
            <a:lvl1pPr marL="0" indent="0">
              <a:buNone/>
              <a:defRPr lang="nl-NL" sz="330" b="0"/>
            </a:lvl1pPr>
          </a:lstStyle>
          <a:p>
            <a:pPr marL="228600" lvl="0" indent="-228600">
              <a:spcAft>
                <a:spcPts val="2200"/>
              </a:spcAft>
            </a:pPr>
            <a:r>
              <a:rPr lang="en-GB"/>
              <a:t>  </a:t>
            </a:r>
            <a:endParaRPr lang="en-GB" dirty="0"/>
          </a:p>
        </p:txBody>
      </p:sp>
      <p:sp>
        <p:nvSpPr>
          <p:cNvPr id="17" name="Frame 5 {PHJU} (JU-Free)">
            <a:extLst>
              <a:ext uri="{FF2B5EF4-FFF2-40B4-BE49-F238E27FC236}">
                <a16:creationId xmlns:a16="http://schemas.microsoft.com/office/drawing/2014/main" id="{5369A1D3-9E0E-E633-A084-8DD763048EB4}"/>
              </a:ext>
            </a:extLst>
          </p:cNvPr>
          <p:cNvSpPr>
            <a:spLocks noGrp="1"/>
          </p:cNvSpPr>
          <p:nvPr>
            <p:ph type="body" sz="quarter" idx="1039" hasCustomPrompt="1"/>
          </p:nvPr>
        </p:nvSpPr>
        <p:spPr>
          <a:xfrm>
            <a:off x="3225420" y="2250959"/>
            <a:ext cx="223830" cy="163115"/>
          </a:xfrm>
          <a:custGeom>
            <a:avLst/>
            <a:gdLst>
              <a:gd name="connsiteX0" fmla="*/ 140191 w 223830"/>
              <a:gd name="connsiteY0" fmla="*/ 1972 h 163115"/>
              <a:gd name="connsiteX1" fmla="*/ 148983 w 223830"/>
              <a:gd name="connsiteY1" fmla="*/ 1972 h 163115"/>
              <a:gd name="connsiteX2" fmla="*/ 223830 w 223830"/>
              <a:gd name="connsiteY2" fmla="*/ 77017 h 163115"/>
              <a:gd name="connsiteX3" fmla="*/ 223830 w 223830"/>
              <a:gd name="connsiteY3" fmla="*/ 78152 h 163115"/>
              <a:gd name="connsiteX4" fmla="*/ 223830 w 223830"/>
              <a:gd name="connsiteY4" fmla="*/ 86099 h 163115"/>
              <a:gd name="connsiteX5" fmla="*/ 148983 w 223830"/>
              <a:gd name="connsiteY5" fmla="*/ 161144 h 163115"/>
              <a:gd name="connsiteX6" fmla="*/ 140191 w 223830"/>
              <a:gd name="connsiteY6" fmla="*/ 161144 h 163115"/>
              <a:gd name="connsiteX7" fmla="*/ 140191 w 223830"/>
              <a:gd name="connsiteY7" fmla="*/ 152062 h 163115"/>
              <a:gd name="connsiteX8" fmla="*/ 206484 w 223830"/>
              <a:gd name="connsiteY8" fmla="*/ 85382 h 163115"/>
              <a:gd name="connsiteX9" fmla="*/ 3802 w 223830"/>
              <a:gd name="connsiteY9" fmla="*/ 85382 h 163115"/>
              <a:gd name="connsiteX10" fmla="*/ 0 w 223830"/>
              <a:gd name="connsiteY10" fmla="*/ 81558 h 163115"/>
              <a:gd name="connsiteX11" fmla="*/ 3802 w 223830"/>
              <a:gd name="connsiteY11" fmla="*/ 77734 h 163115"/>
              <a:gd name="connsiteX12" fmla="*/ 206484 w 223830"/>
              <a:gd name="connsiteY12" fmla="*/ 77734 h 163115"/>
              <a:gd name="connsiteX13" fmla="*/ 140191 w 223830"/>
              <a:gd name="connsiteY13" fmla="*/ 10815 h 163115"/>
              <a:gd name="connsiteX14" fmla="*/ 140191 w 223830"/>
              <a:gd name="connsiteY14" fmla="*/ 1972 h 16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3830" h="163115">
                <a:moveTo>
                  <a:pt x="140191" y="1972"/>
                </a:moveTo>
                <a:cubicBezTo>
                  <a:pt x="142567" y="-657"/>
                  <a:pt x="146606" y="-657"/>
                  <a:pt x="148983" y="1972"/>
                </a:cubicBezTo>
                <a:lnTo>
                  <a:pt x="223830" y="77017"/>
                </a:lnTo>
                <a:lnTo>
                  <a:pt x="223830" y="78152"/>
                </a:lnTo>
                <a:lnTo>
                  <a:pt x="223830" y="86099"/>
                </a:lnTo>
                <a:cubicBezTo>
                  <a:pt x="223830" y="86099"/>
                  <a:pt x="223830" y="86099"/>
                  <a:pt x="148983" y="161144"/>
                </a:cubicBezTo>
                <a:cubicBezTo>
                  <a:pt x="146606" y="163773"/>
                  <a:pt x="142567" y="163773"/>
                  <a:pt x="140191" y="161144"/>
                </a:cubicBezTo>
                <a:cubicBezTo>
                  <a:pt x="137577" y="158754"/>
                  <a:pt x="137577" y="154691"/>
                  <a:pt x="140191" y="152062"/>
                </a:cubicBezTo>
                <a:cubicBezTo>
                  <a:pt x="140191" y="152062"/>
                  <a:pt x="140191" y="152062"/>
                  <a:pt x="206484" y="85382"/>
                </a:cubicBezTo>
                <a:cubicBezTo>
                  <a:pt x="206484" y="85382"/>
                  <a:pt x="206484" y="85382"/>
                  <a:pt x="3802" y="85382"/>
                </a:cubicBezTo>
                <a:cubicBezTo>
                  <a:pt x="1663" y="85382"/>
                  <a:pt x="0" y="83709"/>
                  <a:pt x="0" y="81558"/>
                </a:cubicBezTo>
                <a:cubicBezTo>
                  <a:pt x="0" y="79407"/>
                  <a:pt x="1663" y="77734"/>
                  <a:pt x="3802" y="77734"/>
                </a:cubicBezTo>
                <a:cubicBezTo>
                  <a:pt x="3802" y="77734"/>
                  <a:pt x="3802" y="77734"/>
                  <a:pt x="206484" y="77734"/>
                </a:cubicBezTo>
                <a:cubicBezTo>
                  <a:pt x="206484" y="77734"/>
                  <a:pt x="206484" y="77734"/>
                  <a:pt x="140191" y="10815"/>
                </a:cubicBezTo>
                <a:cubicBezTo>
                  <a:pt x="137577" y="8425"/>
                  <a:pt x="137577" y="4362"/>
                  <a:pt x="140191" y="1972"/>
                </a:cubicBezTo>
                <a:close/>
              </a:path>
            </a:pathLst>
          </a:custGeom>
          <a:solidFill>
            <a:schemeClr val="bg2"/>
          </a:solidFill>
          <a:ln w="0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08000" tIns="108000" rIns="72000" bIns="0" rtlCol="0" anchor="t">
            <a:noAutofit/>
          </a:bodyPr>
          <a:lstStyle>
            <a:lvl1pPr marL="0" indent="0">
              <a:buNone/>
              <a:defRPr lang="nl-NL" sz="330" b="0"/>
            </a:lvl1pPr>
          </a:lstStyle>
          <a:p>
            <a:pPr marL="228600" lvl="0" indent="-228600">
              <a:spcAft>
                <a:spcPts val="2200"/>
              </a:spcAft>
            </a:pPr>
            <a:r>
              <a:rPr lang="en-GB"/>
              <a:t>  </a:t>
            </a:r>
            <a:endParaRPr lang="en-GB" dirty="0"/>
          </a:p>
        </p:txBody>
      </p:sp>
      <p:sp>
        <p:nvSpPr>
          <p:cNvPr id="18" name="Frame 6 {PHJU} (JU-Free)">
            <a:extLst>
              <a:ext uri="{FF2B5EF4-FFF2-40B4-BE49-F238E27FC236}">
                <a16:creationId xmlns:a16="http://schemas.microsoft.com/office/drawing/2014/main" id="{63AC5167-2E4D-EFDE-2F3D-F101E72DBAB8}"/>
              </a:ext>
            </a:extLst>
          </p:cNvPr>
          <p:cNvSpPr>
            <a:spLocks noGrp="1"/>
          </p:cNvSpPr>
          <p:nvPr>
            <p:ph type="body" sz="quarter" idx="1040" hasCustomPrompt="1"/>
          </p:nvPr>
        </p:nvSpPr>
        <p:spPr>
          <a:xfrm>
            <a:off x="3225420" y="2786639"/>
            <a:ext cx="223830" cy="163115"/>
          </a:xfrm>
          <a:custGeom>
            <a:avLst/>
            <a:gdLst>
              <a:gd name="connsiteX0" fmla="*/ 140191 w 223830"/>
              <a:gd name="connsiteY0" fmla="*/ 1972 h 163115"/>
              <a:gd name="connsiteX1" fmla="*/ 148983 w 223830"/>
              <a:gd name="connsiteY1" fmla="*/ 1972 h 163115"/>
              <a:gd name="connsiteX2" fmla="*/ 223830 w 223830"/>
              <a:gd name="connsiteY2" fmla="*/ 77017 h 163115"/>
              <a:gd name="connsiteX3" fmla="*/ 223830 w 223830"/>
              <a:gd name="connsiteY3" fmla="*/ 78152 h 163115"/>
              <a:gd name="connsiteX4" fmla="*/ 223830 w 223830"/>
              <a:gd name="connsiteY4" fmla="*/ 86099 h 163115"/>
              <a:gd name="connsiteX5" fmla="*/ 148983 w 223830"/>
              <a:gd name="connsiteY5" fmla="*/ 161144 h 163115"/>
              <a:gd name="connsiteX6" fmla="*/ 140191 w 223830"/>
              <a:gd name="connsiteY6" fmla="*/ 161144 h 163115"/>
              <a:gd name="connsiteX7" fmla="*/ 140191 w 223830"/>
              <a:gd name="connsiteY7" fmla="*/ 152062 h 163115"/>
              <a:gd name="connsiteX8" fmla="*/ 206484 w 223830"/>
              <a:gd name="connsiteY8" fmla="*/ 85382 h 163115"/>
              <a:gd name="connsiteX9" fmla="*/ 3802 w 223830"/>
              <a:gd name="connsiteY9" fmla="*/ 85382 h 163115"/>
              <a:gd name="connsiteX10" fmla="*/ 0 w 223830"/>
              <a:gd name="connsiteY10" fmla="*/ 81558 h 163115"/>
              <a:gd name="connsiteX11" fmla="*/ 3802 w 223830"/>
              <a:gd name="connsiteY11" fmla="*/ 77734 h 163115"/>
              <a:gd name="connsiteX12" fmla="*/ 206484 w 223830"/>
              <a:gd name="connsiteY12" fmla="*/ 77734 h 163115"/>
              <a:gd name="connsiteX13" fmla="*/ 140191 w 223830"/>
              <a:gd name="connsiteY13" fmla="*/ 10815 h 163115"/>
              <a:gd name="connsiteX14" fmla="*/ 140191 w 223830"/>
              <a:gd name="connsiteY14" fmla="*/ 1972 h 16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3830" h="163115">
                <a:moveTo>
                  <a:pt x="140191" y="1972"/>
                </a:moveTo>
                <a:cubicBezTo>
                  <a:pt x="142567" y="-657"/>
                  <a:pt x="146606" y="-657"/>
                  <a:pt x="148983" y="1972"/>
                </a:cubicBezTo>
                <a:lnTo>
                  <a:pt x="223830" y="77017"/>
                </a:lnTo>
                <a:lnTo>
                  <a:pt x="223830" y="78152"/>
                </a:lnTo>
                <a:lnTo>
                  <a:pt x="223830" y="86099"/>
                </a:lnTo>
                <a:cubicBezTo>
                  <a:pt x="223830" y="86099"/>
                  <a:pt x="223830" y="86099"/>
                  <a:pt x="148983" y="161144"/>
                </a:cubicBezTo>
                <a:cubicBezTo>
                  <a:pt x="146606" y="163773"/>
                  <a:pt x="142567" y="163773"/>
                  <a:pt x="140191" y="161144"/>
                </a:cubicBezTo>
                <a:cubicBezTo>
                  <a:pt x="137577" y="158754"/>
                  <a:pt x="137577" y="154691"/>
                  <a:pt x="140191" y="152062"/>
                </a:cubicBezTo>
                <a:cubicBezTo>
                  <a:pt x="140191" y="152062"/>
                  <a:pt x="140191" y="152062"/>
                  <a:pt x="206484" y="85382"/>
                </a:cubicBezTo>
                <a:cubicBezTo>
                  <a:pt x="206484" y="85382"/>
                  <a:pt x="206484" y="85382"/>
                  <a:pt x="3802" y="85382"/>
                </a:cubicBezTo>
                <a:cubicBezTo>
                  <a:pt x="1663" y="85382"/>
                  <a:pt x="0" y="83709"/>
                  <a:pt x="0" y="81558"/>
                </a:cubicBezTo>
                <a:cubicBezTo>
                  <a:pt x="0" y="79407"/>
                  <a:pt x="1663" y="77734"/>
                  <a:pt x="3802" y="77734"/>
                </a:cubicBezTo>
                <a:cubicBezTo>
                  <a:pt x="3802" y="77734"/>
                  <a:pt x="3802" y="77734"/>
                  <a:pt x="206484" y="77734"/>
                </a:cubicBezTo>
                <a:cubicBezTo>
                  <a:pt x="206484" y="77734"/>
                  <a:pt x="206484" y="77734"/>
                  <a:pt x="140191" y="10815"/>
                </a:cubicBezTo>
                <a:cubicBezTo>
                  <a:pt x="137577" y="8425"/>
                  <a:pt x="137577" y="4362"/>
                  <a:pt x="140191" y="1972"/>
                </a:cubicBezTo>
                <a:close/>
              </a:path>
            </a:pathLst>
          </a:custGeom>
          <a:solidFill>
            <a:schemeClr val="bg2"/>
          </a:solidFill>
          <a:ln w="0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08000" tIns="108000" rIns="72000" bIns="0" rtlCol="0" anchor="t">
            <a:noAutofit/>
          </a:bodyPr>
          <a:lstStyle>
            <a:lvl1pPr marL="0" indent="0">
              <a:buNone/>
              <a:defRPr lang="nl-NL" sz="330" b="0"/>
            </a:lvl1pPr>
          </a:lstStyle>
          <a:p>
            <a:pPr marL="228600" lvl="0" indent="-228600">
              <a:spcAft>
                <a:spcPts val="2200"/>
              </a:spcAft>
            </a:pPr>
            <a:r>
              <a:rPr lang="en-GB"/>
              <a:t>  </a:t>
            </a:r>
            <a:endParaRPr lang="en-GB" dirty="0"/>
          </a:p>
        </p:txBody>
      </p:sp>
      <p:sp>
        <p:nvSpPr>
          <p:cNvPr id="19" name="Frame 7 {PHJU} (JU-Free)">
            <a:extLst>
              <a:ext uri="{FF2B5EF4-FFF2-40B4-BE49-F238E27FC236}">
                <a16:creationId xmlns:a16="http://schemas.microsoft.com/office/drawing/2014/main" id="{251F43BF-5C26-C11B-420F-6B27008D1F21}"/>
              </a:ext>
            </a:extLst>
          </p:cNvPr>
          <p:cNvSpPr>
            <a:spLocks noGrp="1"/>
          </p:cNvSpPr>
          <p:nvPr>
            <p:ph type="body" sz="quarter" idx="1041" hasCustomPrompt="1"/>
          </p:nvPr>
        </p:nvSpPr>
        <p:spPr>
          <a:xfrm>
            <a:off x="3225420" y="3327322"/>
            <a:ext cx="223830" cy="161776"/>
          </a:xfrm>
          <a:custGeom>
            <a:avLst/>
            <a:gdLst>
              <a:gd name="connsiteX0" fmla="*/ 140191 w 223830"/>
              <a:gd name="connsiteY0" fmla="*/ 1956 h 161776"/>
              <a:gd name="connsiteX1" fmla="*/ 148983 w 223830"/>
              <a:gd name="connsiteY1" fmla="*/ 1956 h 161776"/>
              <a:gd name="connsiteX2" fmla="*/ 223830 w 223830"/>
              <a:gd name="connsiteY2" fmla="*/ 76384 h 161776"/>
              <a:gd name="connsiteX3" fmla="*/ 223830 w 223830"/>
              <a:gd name="connsiteY3" fmla="*/ 77510 h 161776"/>
              <a:gd name="connsiteX4" fmla="*/ 223830 w 223830"/>
              <a:gd name="connsiteY4" fmla="*/ 85392 h 161776"/>
              <a:gd name="connsiteX5" fmla="*/ 148983 w 223830"/>
              <a:gd name="connsiteY5" fmla="*/ 159821 h 161776"/>
              <a:gd name="connsiteX6" fmla="*/ 140191 w 223830"/>
              <a:gd name="connsiteY6" fmla="*/ 159821 h 161776"/>
              <a:gd name="connsiteX7" fmla="*/ 140191 w 223830"/>
              <a:gd name="connsiteY7" fmla="*/ 150813 h 161776"/>
              <a:gd name="connsiteX8" fmla="*/ 206484 w 223830"/>
              <a:gd name="connsiteY8" fmla="*/ 84681 h 161776"/>
              <a:gd name="connsiteX9" fmla="*/ 3802 w 223830"/>
              <a:gd name="connsiteY9" fmla="*/ 84681 h 161776"/>
              <a:gd name="connsiteX10" fmla="*/ 0 w 223830"/>
              <a:gd name="connsiteY10" fmla="*/ 80888 h 161776"/>
              <a:gd name="connsiteX11" fmla="*/ 3802 w 223830"/>
              <a:gd name="connsiteY11" fmla="*/ 77096 h 161776"/>
              <a:gd name="connsiteX12" fmla="*/ 206484 w 223830"/>
              <a:gd name="connsiteY12" fmla="*/ 77096 h 161776"/>
              <a:gd name="connsiteX13" fmla="*/ 140191 w 223830"/>
              <a:gd name="connsiteY13" fmla="*/ 10726 h 161776"/>
              <a:gd name="connsiteX14" fmla="*/ 140191 w 223830"/>
              <a:gd name="connsiteY14" fmla="*/ 1956 h 161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3830" h="161776">
                <a:moveTo>
                  <a:pt x="140191" y="1956"/>
                </a:moveTo>
                <a:cubicBezTo>
                  <a:pt x="142567" y="-652"/>
                  <a:pt x="146606" y="-652"/>
                  <a:pt x="148983" y="1956"/>
                </a:cubicBezTo>
                <a:lnTo>
                  <a:pt x="223830" y="76384"/>
                </a:lnTo>
                <a:lnTo>
                  <a:pt x="223830" y="77510"/>
                </a:lnTo>
                <a:lnTo>
                  <a:pt x="223830" y="85392"/>
                </a:lnTo>
                <a:cubicBezTo>
                  <a:pt x="223830" y="85392"/>
                  <a:pt x="223830" y="85392"/>
                  <a:pt x="148983" y="159821"/>
                </a:cubicBezTo>
                <a:cubicBezTo>
                  <a:pt x="146606" y="162428"/>
                  <a:pt x="142567" y="162428"/>
                  <a:pt x="140191" y="159821"/>
                </a:cubicBezTo>
                <a:cubicBezTo>
                  <a:pt x="137577" y="157450"/>
                  <a:pt x="137577" y="153421"/>
                  <a:pt x="140191" y="150813"/>
                </a:cubicBezTo>
                <a:cubicBezTo>
                  <a:pt x="140191" y="150813"/>
                  <a:pt x="140191" y="150813"/>
                  <a:pt x="206484" y="84681"/>
                </a:cubicBezTo>
                <a:cubicBezTo>
                  <a:pt x="206484" y="84681"/>
                  <a:pt x="206484" y="84681"/>
                  <a:pt x="3802" y="84681"/>
                </a:cubicBezTo>
                <a:cubicBezTo>
                  <a:pt x="1663" y="84681"/>
                  <a:pt x="0" y="83021"/>
                  <a:pt x="0" y="80888"/>
                </a:cubicBezTo>
                <a:cubicBezTo>
                  <a:pt x="0" y="78755"/>
                  <a:pt x="1663" y="77096"/>
                  <a:pt x="3802" y="77096"/>
                </a:cubicBezTo>
                <a:cubicBezTo>
                  <a:pt x="3802" y="77096"/>
                  <a:pt x="3802" y="77096"/>
                  <a:pt x="206484" y="77096"/>
                </a:cubicBezTo>
                <a:cubicBezTo>
                  <a:pt x="206484" y="77096"/>
                  <a:pt x="206484" y="77096"/>
                  <a:pt x="140191" y="10726"/>
                </a:cubicBezTo>
                <a:cubicBezTo>
                  <a:pt x="137577" y="8355"/>
                  <a:pt x="137577" y="4326"/>
                  <a:pt x="140191" y="1956"/>
                </a:cubicBezTo>
                <a:close/>
              </a:path>
            </a:pathLst>
          </a:custGeom>
          <a:solidFill>
            <a:schemeClr val="bg2"/>
          </a:solidFill>
          <a:ln w="0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08000" tIns="108000" rIns="72000" bIns="0" rtlCol="0" anchor="t">
            <a:noAutofit/>
          </a:bodyPr>
          <a:lstStyle>
            <a:lvl1pPr marL="0" indent="0">
              <a:buNone/>
              <a:defRPr lang="nl-NL" sz="330" b="0"/>
            </a:lvl1pPr>
          </a:lstStyle>
          <a:p>
            <a:pPr marL="228600" lvl="0" indent="-228600">
              <a:spcAft>
                <a:spcPts val="2200"/>
              </a:spcAft>
            </a:pPr>
            <a:r>
              <a:rPr lang="en-GB"/>
              <a:t>  </a:t>
            </a:r>
            <a:endParaRPr lang="en-GB" dirty="0"/>
          </a:p>
        </p:txBody>
      </p:sp>
      <p:sp>
        <p:nvSpPr>
          <p:cNvPr id="21" name="Text 8  [PHJU] (JU-Free)">
            <a:extLst>
              <a:ext uri="{FF2B5EF4-FFF2-40B4-BE49-F238E27FC236}">
                <a16:creationId xmlns:a16="http://schemas.microsoft.com/office/drawing/2014/main" id="{736762CE-DA58-5485-85E4-E310EA12521D}"/>
              </a:ext>
            </a:extLst>
          </p:cNvPr>
          <p:cNvSpPr>
            <a:spLocks noGrp="1"/>
          </p:cNvSpPr>
          <p:nvPr>
            <p:ph type="body" sz="quarter" idx="1024" hasCustomPrompt="1"/>
          </p:nvPr>
        </p:nvSpPr>
        <p:spPr bwMode="gray">
          <a:xfrm>
            <a:off x="360000" y="1530000"/>
            <a:ext cx="1051200" cy="358396"/>
          </a:xfrm>
          <a:prstGeom prst="rect">
            <a:avLst/>
          </a:prstGeom>
        </p:spPr>
        <p:txBody>
          <a:bodyPr lIns="0" tIns="0" rIns="0"/>
          <a:lstStyle>
            <a:lvl1pPr marL="0" marR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24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[00%]</a:t>
            </a:r>
          </a:p>
        </p:txBody>
      </p:sp>
      <p:sp>
        <p:nvSpPr>
          <p:cNvPr id="25" name="Text 9  [PHJU] (JU-Free)">
            <a:extLst>
              <a:ext uri="{FF2B5EF4-FFF2-40B4-BE49-F238E27FC236}">
                <a16:creationId xmlns:a16="http://schemas.microsoft.com/office/drawing/2014/main" id="{842B95A3-AF2F-36D1-99A6-5AE6DF5EAA59}"/>
              </a:ext>
            </a:extLst>
          </p:cNvPr>
          <p:cNvSpPr>
            <a:spLocks noGrp="1"/>
          </p:cNvSpPr>
          <p:nvPr>
            <p:ph type="body" sz="quarter" idx="1028" hasCustomPrompt="1"/>
          </p:nvPr>
        </p:nvSpPr>
        <p:spPr bwMode="gray">
          <a:xfrm>
            <a:off x="1410073" y="1677600"/>
            <a:ext cx="1422337" cy="230666"/>
          </a:xfrm>
          <a:prstGeom prst="rect">
            <a:avLst/>
          </a:prstGeom>
        </p:spPr>
        <p:txBody>
          <a:bodyPr lIns="0" tIns="0" rIns="7200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54" name="Text 10  [PHJU] (JU-Free)">
            <a:extLst>
              <a:ext uri="{FF2B5EF4-FFF2-40B4-BE49-F238E27FC236}">
                <a16:creationId xmlns:a16="http://schemas.microsoft.com/office/drawing/2014/main" id="{CE7CCA36-3F66-F58E-4BFE-533B408A58E1}"/>
              </a:ext>
            </a:extLst>
          </p:cNvPr>
          <p:cNvSpPr>
            <a:spLocks noGrp="1"/>
          </p:cNvSpPr>
          <p:nvPr>
            <p:ph type="body" sz="quarter" idx="1032" hasCustomPrompt="1"/>
          </p:nvPr>
        </p:nvSpPr>
        <p:spPr bwMode="gray">
          <a:xfrm>
            <a:off x="3633282" y="1677600"/>
            <a:ext cx="5178932" cy="421684"/>
          </a:xfrm>
          <a:prstGeom prst="rect">
            <a:avLst/>
          </a:prstGeom>
        </p:spPr>
        <p:txBody>
          <a:bodyPr lIns="0" tIns="0" rIns="7200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22" name="Text 11  [PHJU] (JU-Free)">
            <a:extLst>
              <a:ext uri="{FF2B5EF4-FFF2-40B4-BE49-F238E27FC236}">
                <a16:creationId xmlns:a16="http://schemas.microsoft.com/office/drawing/2014/main" id="{1F297086-D51A-8585-604A-948223DFE61D}"/>
              </a:ext>
            </a:extLst>
          </p:cNvPr>
          <p:cNvSpPr>
            <a:spLocks noGrp="1"/>
          </p:cNvSpPr>
          <p:nvPr>
            <p:ph type="body" sz="quarter" idx="1025" hasCustomPrompt="1"/>
          </p:nvPr>
        </p:nvSpPr>
        <p:spPr bwMode="gray">
          <a:xfrm>
            <a:off x="360000" y="2096740"/>
            <a:ext cx="1051200" cy="358396"/>
          </a:xfrm>
          <a:prstGeom prst="rect">
            <a:avLst/>
          </a:prstGeom>
        </p:spPr>
        <p:txBody>
          <a:bodyPr lIns="0" tIns="0" rIns="0"/>
          <a:lstStyle>
            <a:lvl1pPr marL="0" marR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24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[00%]</a:t>
            </a:r>
          </a:p>
        </p:txBody>
      </p:sp>
      <p:sp>
        <p:nvSpPr>
          <p:cNvPr id="47" name="Text 12  [PHJU] (JU-Free)">
            <a:extLst>
              <a:ext uri="{FF2B5EF4-FFF2-40B4-BE49-F238E27FC236}">
                <a16:creationId xmlns:a16="http://schemas.microsoft.com/office/drawing/2014/main" id="{3DEE3142-C4CE-9F41-E97C-9BF92678C6F6}"/>
              </a:ext>
            </a:extLst>
          </p:cNvPr>
          <p:cNvSpPr>
            <a:spLocks noGrp="1"/>
          </p:cNvSpPr>
          <p:nvPr>
            <p:ph type="body" sz="quarter" idx="1029" hasCustomPrompt="1"/>
          </p:nvPr>
        </p:nvSpPr>
        <p:spPr bwMode="gray">
          <a:xfrm>
            <a:off x="1410073" y="2246400"/>
            <a:ext cx="1422337" cy="230666"/>
          </a:xfrm>
          <a:prstGeom prst="rect">
            <a:avLst/>
          </a:prstGeom>
        </p:spPr>
        <p:txBody>
          <a:bodyPr lIns="0" tIns="0" rIns="7200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55" name="Text 13  [PHJU] (JU-Free)">
            <a:extLst>
              <a:ext uri="{FF2B5EF4-FFF2-40B4-BE49-F238E27FC236}">
                <a16:creationId xmlns:a16="http://schemas.microsoft.com/office/drawing/2014/main" id="{37A015AD-ADF0-F628-CE16-25C4B612B359}"/>
              </a:ext>
            </a:extLst>
          </p:cNvPr>
          <p:cNvSpPr>
            <a:spLocks noGrp="1"/>
          </p:cNvSpPr>
          <p:nvPr>
            <p:ph type="body" sz="quarter" idx="1033" hasCustomPrompt="1"/>
          </p:nvPr>
        </p:nvSpPr>
        <p:spPr bwMode="gray">
          <a:xfrm>
            <a:off x="3633282" y="2246400"/>
            <a:ext cx="5186328" cy="421560"/>
          </a:xfrm>
          <a:prstGeom prst="rect">
            <a:avLst/>
          </a:prstGeom>
        </p:spPr>
        <p:txBody>
          <a:bodyPr lIns="0" tIns="0" rIns="7200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23" name="Text 14  [PHJU] (JU-Free)">
            <a:extLst>
              <a:ext uri="{FF2B5EF4-FFF2-40B4-BE49-F238E27FC236}">
                <a16:creationId xmlns:a16="http://schemas.microsoft.com/office/drawing/2014/main" id="{CD47AF1D-3CD9-6300-E732-82AA5AEEE861}"/>
              </a:ext>
            </a:extLst>
          </p:cNvPr>
          <p:cNvSpPr>
            <a:spLocks noGrp="1"/>
          </p:cNvSpPr>
          <p:nvPr>
            <p:ph type="body" sz="quarter" idx="1026" hasCustomPrompt="1"/>
          </p:nvPr>
        </p:nvSpPr>
        <p:spPr bwMode="gray">
          <a:xfrm>
            <a:off x="360000" y="2660400"/>
            <a:ext cx="1051200" cy="358396"/>
          </a:xfrm>
          <a:prstGeom prst="rect">
            <a:avLst/>
          </a:prstGeom>
        </p:spPr>
        <p:txBody>
          <a:bodyPr lIns="0" tIns="0" rIns="0"/>
          <a:lstStyle>
            <a:lvl1pPr marL="0" marR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24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[00%]</a:t>
            </a:r>
          </a:p>
        </p:txBody>
      </p:sp>
      <p:sp>
        <p:nvSpPr>
          <p:cNvPr id="52" name="Text 15  [PHJU] (JU-Free)">
            <a:extLst>
              <a:ext uri="{FF2B5EF4-FFF2-40B4-BE49-F238E27FC236}">
                <a16:creationId xmlns:a16="http://schemas.microsoft.com/office/drawing/2014/main" id="{6DD490A2-9FE2-F78D-6ADB-14EA9BB96387}"/>
              </a:ext>
            </a:extLst>
          </p:cNvPr>
          <p:cNvSpPr>
            <a:spLocks noGrp="1"/>
          </p:cNvSpPr>
          <p:nvPr>
            <p:ph type="body" sz="quarter" idx="1030" hasCustomPrompt="1"/>
          </p:nvPr>
        </p:nvSpPr>
        <p:spPr bwMode="gray">
          <a:xfrm>
            <a:off x="1410072" y="2815200"/>
            <a:ext cx="1422337" cy="230666"/>
          </a:xfrm>
          <a:prstGeom prst="rect">
            <a:avLst/>
          </a:prstGeom>
        </p:spPr>
        <p:txBody>
          <a:bodyPr lIns="0" tIns="0" rIns="7200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56" name="Text 16  [PHJU] (JU-Free)">
            <a:extLst>
              <a:ext uri="{FF2B5EF4-FFF2-40B4-BE49-F238E27FC236}">
                <a16:creationId xmlns:a16="http://schemas.microsoft.com/office/drawing/2014/main" id="{9E587793-26A2-7A4C-AEB6-679FDB884948}"/>
              </a:ext>
            </a:extLst>
          </p:cNvPr>
          <p:cNvSpPr>
            <a:spLocks noGrp="1"/>
          </p:cNvSpPr>
          <p:nvPr>
            <p:ph type="body" sz="quarter" idx="1034" hasCustomPrompt="1"/>
          </p:nvPr>
        </p:nvSpPr>
        <p:spPr bwMode="gray">
          <a:xfrm>
            <a:off x="3633282" y="2815200"/>
            <a:ext cx="5186328" cy="421560"/>
          </a:xfrm>
          <a:prstGeom prst="rect">
            <a:avLst/>
          </a:prstGeom>
        </p:spPr>
        <p:txBody>
          <a:bodyPr lIns="0" tIns="0" rIns="7200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24" name="Text 17  [PHJU] (JU-Free)">
            <a:extLst>
              <a:ext uri="{FF2B5EF4-FFF2-40B4-BE49-F238E27FC236}">
                <a16:creationId xmlns:a16="http://schemas.microsoft.com/office/drawing/2014/main" id="{F00C3E7F-7A07-246B-5187-194E1A0072D6}"/>
              </a:ext>
            </a:extLst>
          </p:cNvPr>
          <p:cNvSpPr>
            <a:spLocks noGrp="1"/>
          </p:cNvSpPr>
          <p:nvPr>
            <p:ph type="body" sz="quarter" idx="1027" hasCustomPrompt="1"/>
          </p:nvPr>
        </p:nvSpPr>
        <p:spPr bwMode="gray">
          <a:xfrm>
            <a:off x="360000" y="3225600"/>
            <a:ext cx="1051200" cy="358396"/>
          </a:xfrm>
          <a:prstGeom prst="rect">
            <a:avLst/>
          </a:prstGeom>
        </p:spPr>
        <p:txBody>
          <a:bodyPr lIns="0" tIns="0" rIns="0"/>
          <a:lstStyle>
            <a:lvl1pPr marL="0" marR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24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[00%]</a:t>
            </a:r>
          </a:p>
        </p:txBody>
      </p:sp>
      <p:sp>
        <p:nvSpPr>
          <p:cNvPr id="53" name="Text 18  [PHJU] (JU-Free)">
            <a:extLst>
              <a:ext uri="{FF2B5EF4-FFF2-40B4-BE49-F238E27FC236}">
                <a16:creationId xmlns:a16="http://schemas.microsoft.com/office/drawing/2014/main" id="{E43EF812-04D8-079E-61F1-372A16A4D3A4}"/>
              </a:ext>
            </a:extLst>
          </p:cNvPr>
          <p:cNvSpPr>
            <a:spLocks noGrp="1"/>
          </p:cNvSpPr>
          <p:nvPr>
            <p:ph type="body" sz="quarter" idx="1031" hasCustomPrompt="1"/>
          </p:nvPr>
        </p:nvSpPr>
        <p:spPr bwMode="gray">
          <a:xfrm>
            <a:off x="1400256" y="3376800"/>
            <a:ext cx="1422337" cy="230666"/>
          </a:xfrm>
          <a:prstGeom prst="rect">
            <a:avLst/>
          </a:prstGeom>
        </p:spPr>
        <p:txBody>
          <a:bodyPr lIns="0" tIns="0" rIns="7200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1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57" name="Text 19  [PHJU] (JU-Free)">
            <a:extLst>
              <a:ext uri="{FF2B5EF4-FFF2-40B4-BE49-F238E27FC236}">
                <a16:creationId xmlns:a16="http://schemas.microsoft.com/office/drawing/2014/main" id="{DD6167F0-4CB6-1D81-0DA8-F473D4F8F8ED}"/>
              </a:ext>
            </a:extLst>
          </p:cNvPr>
          <p:cNvSpPr>
            <a:spLocks noGrp="1"/>
          </p:cNvSpPr>
          <p:nvPr>
            <p:ph type="body" sz="quarter" idx="1035" hasCustomPrompt="1"/>
          </p:nvPr>
        </p:nvSpPr>
        <p:spPr bwMode="gray">
          <a:xfrm>
            <a:off x="3633282" y="3376800"/>
            <a:ext cx="5186328" cy="421560"/>
          </a:xfrm>
          <a:prstGeom prst="rect">
            <a:avLst/>
          </a:prstGeom>
        </p:spPr>
        <p:txBody>
          <a:bodyPr lIns="0" tIns="0" rIns="7200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200" b="0" i="0" u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/>
              <a:t>[Text]</a:t>
            </a:r>
          </a:p>
        </p:txBody>
      </p:sp>
      <p:sp>
        <p:nvSpPr>
          <p:cNvPr id="2" name="Frame footer 1 (JU-Free)">
            <a:extLst>
              <a:ext uri="{FF2B5EF4-FFF2-40B4-BE49-F238E27FC236}">
                <a16:creationId xmlns:a16="http://schemas.microsoft.com/office/drawing/2014/main" id="{397D26F9-8C8F-908E-3044-2D4E3BFB6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883335" y="4812834"/>
            <a:ext cx="3847934" cy="828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lnSpc>
                <a:spcPct val="80000"/>
              </a:lnSpc>
              <a:defRPr sz="6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TechForum eXplore 2025 Season - For Internal Use - © Worldline</a:t>
            </a:r>
            <a:endParaRPr lang="en-GB" noProof="1"/>
          </a:p>
        </p:txBody>
      </p:sp>
      <p:sp>
        <p:nvSpPr>
          <p:cNvPr id="5" name="Frame slide number 2 (JU-Free)">
            <a:extLst>
              <a:ext uri="{FF2B5EF4-FFF2-40B4-BE49-F238E27FC236}">
                <a16:creationId xmlns:a16="http://schemas.microsoft.com/office/drawing/2014/main" id="{06BE75AC-7250-22B6-D300-89D6378E1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670682" y="4899054"/>
            <a:ext cx="273240" cy="828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lnSpc>
                <a:spcPct val="80000"/>
              </a:lnSpc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/>
              <a:t> 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87674F4-2AC8-B939-6BDA-7178D934F0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01" y="4756540"/>
            <a:ext cx="1617205" cy="2674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BD17015-99C4-CB18-0BD1-BAACCEFF88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0245" y="4763031"/>
            <a:ext cx="1074297" cy="26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23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288">
          <p15:clr>
            <a:srgbClr val="46BEAA"/>
          </p15:clr>
        </p15:guide>
        <p15:guide id="7" orient="horz" pos="1333">
          <p15:clr>
            <a:srgbClr val="46BEAA"/>
          </p15:clr>
        </p15:guide>
        <p15:guide id="8" orient="horz" pos="1415">
          <p15:clr>
            <a:srgbClr val="46BEAA"/>
          </p15:clr>
        </p15:guide>
        <p15:guide id="9" orient="horz" pos="1680">
          <p15:clr>
            <a:srgbClr val="46BEAA"/>
          </p15:clr>
        </p15:guide>
        <p15:guide id="10" orient="horz" pos="1753">
          <p15:clr>
            <a:srgbClr val="46BEAA"/>
          </p15:clr>
        </p15:guide>
        <p15:guide id="11" orient="horz" pos="2019">
          <p15:clr>
            <a:srgbClr val="46BEAA"/>
          </p15:clr>
        </p15:guide>
        <p15:guide id="12" orient="horz" pos="2096">
          <p15:clr>
            <a:srgbClr val="46BEAA"/>
          </p15:clr>
        </p15:guide>
        <p15:guide id="13" orient="horz" pos="2362">
          <p15:clr>
            <a:srgbClr val="46BEAA"/>
          </p15:clr>
        </p15:guide>
        <p15:guide id="14" orient="horz" pos="1057">
          <p15:clr>
            <a:srgbClr val="46BEAA"/>
          </p15:clr>
        </p15:guide>
        <p15:guide id="15" orient="horz" pos="1144">
          <p15:clr>
            <a:srgbClr val="46BEAA"/>
          </p15:clr>
        </p15:guide>
        <p15:guide id="16" orient="horz" pos="1508">
          <p15:clr>
            <a:srgbClr val="46BEAA"/>
          </p15:clr>
        </p15:guide>
        <p15:guide id="17" orient="horz" pos="1850">
          <p15:clr>
            <a:srgbClr val="46BEAA"/>
          </p15:clr>
        </p15:guide>
        <p15:guide id="18" orient="horz" pos="2187" userDrawn="1">
          <p15:clr>
            <a:srgbClr val="46BEAA"/>
          </p15:clr>
        </p15:guide>
        <p15:guide id="19" orient="horz" pos="522">
          <p15:clr>
            <a:srgbClr val="46BEAA"/>
          </p15:clr>
        </p15:guide>
        <p15:guide id="20" orient="horz" pos="747">
          <p15:clr>
            <a:srgbClr val="46BEAA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[Title only]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JU-Free)">
            <a:extLst>
              <a:ext uri="{FF2B5EF4-FFF2-40B4-BE49-F238E27FC236}">
                <a16:creationId xmlns:a16="http://schemas.microsoft.com/office/drawing/2014/main" id="{B78B0A7F-B939-9162-E139-64BED44D0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264240"/>
            <a:ext cx="8424359" cy="47124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4" name="Subtitle 2  [PHJU] (JU-Free)">
            <a:extLst>
              <a:ext uri="{FF2B5EF4-FFF2-40B4-BE49-F238E27FC236}">
                <a16:creationId xmlns:a16="http://schemas.microsoft.com/office/drawing/2014/main" id="{B402D065-1D37-385F-AEBD-F74B779A7D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828720"/>
            <a:ext cx="8424359" cy="3585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1200" b="1" cap="none" baseline="0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575" b="0"/>
            </a:lvl2pPr>
            <a:lvl3pPr marL="0" indent="0">
              <a:lnSpc>
                <a:spcPct val="100000"/>
              </a:lnSpc>
              <a:buNone/>
              <a:defRPr sz="1575" b="0"/>
            </a:lvl3pPr>
            <a:lvl4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5pPr>
            <a:lvl6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6pPr>
            <a:lvl7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7pPr>
            <a:lvl8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8" name="Placeholder 11 [PHJU] (JU-Free)">
            <a:extLst>
              <a:ext uri="{FF2B5EF4-FFF2-40B4-BE49-F238E27FC236}">
                <a16:creationId xmlns:a16="http://schemas.microsoft.com/office/drawing/2014/main" id="{0FAE5CDA-4E2F-D7F7-2549-2FA382A4D7CE}"/>
              </a:ext>
            </a:extLst>
          </p:cNvPr>
          <p:cNvSpPr>
            <a:spLocks noGrp="1"/>
          </p:cNvSpPr>
          <p:nvPr>
            <p:ph type="body" sz="quarter" idx="1029" hasCustomPrompt="1"/>
          </p:nvPr>
        </p:nvSpPr>
        <p:spPr>
          <a:xfrm>
            <a:off x="359998" y="1415845"/>
            <a:ext cx="8424359" cy="321123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[Text]</a:t>
            </a:r>
          </a:p>
        </p:txBody>
      </p:sp>
    </p:spTree>
    <p:extLst>
      <p:ext uri="{BB962C8B-B14F-4D97-AF65-F5344CB8AC3E}">
        <p14:creationId xmlns:p14="http://schemas.microsoft.com/office/powerpoint/2010/main" val="1535103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3" userDrawn="1">
          <p15:clr>
            <a:srgbClr val="46BEAA"/>
          </p15:clr>
        </p15:guide>
        <p15:guide id="2" orient="horz" pos="747" userDrawn="1">
          <p15:clr>
            <a:srgbClr val="46BEAA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[Title only]">
    <p:bg>
      <p:bgPr>
        <a:solidFill>
          <a:srgbClr val="7850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JU-Free)">
            <a:extLst>
              <a:ext uri="{FF2B5EF4-FFF2-40B4-BE49-F238E27FC236}">
                <a16:creationId xmlns:a16="http://schemas.microsoft.com/office/drawing/2014/main" id="{B78B0A7F-B939-9162-E139-64BED44D0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264240"/>
            <a:ext cx="8424359" cy="471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4" name="Subtitle 2  [PHJU] (JU-Free)">
            <a:extLst>
              <a:ext uri="{FF2B5EF4-FFF2-40B4-BE49-F238E27FC236}">
                <a16:creationId xmlns:a16="http://schemas.microsoft.com/office/drawing/2014/main" id="{B402D065-1D37-385F-AEBD-F74B779A7D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828720"/>
            <a:ext cx="8424359" cy="3585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12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575" b="0"/>
            </a:lvl2pPr>
            <a:lvl3pPr marL="0" indent="0">
              <a:lnSpc>
                <a:spcPct val="100000"/>
              </a:lnSpc>
              <a:buNone/>
              <a:defRPr sz="1575" b="0"/>
            </a:lvl3pPr>
            <a:lvl4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5pPr>
            <a:lvl6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6pPr>
            <a:lvl7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7pPr>
            <a:lvl8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None/>
              <a:defRPr sz="1575" b="0"/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8" name="Placeholder 11 [PHJU] (JU-Free)">
            <a:extLst>
              <a:ext uri="{FF2B5EF4-FFF2-40B4-BE49-F238E27FC236}">
                <a16:creationId xmlns:a16="http://schemas.microsoft.com/office/drawing/2014/main" id="{0FAE5CDA-4E2F-D7F7-2549-2FA382A4D7CE}"/>
              </a:ext>
            </a:extLst>
          </p:cNvPr>
          <p:cNvSpPr>
            <a:spLocks noGrp="1"/>
          </p:cNvSpPr>
          <p:nvPr>
            <p:ph type="body" sz="quarter" idx="1029" hasCustomPrompt="1"/>
          </p:nvPr>
        </p:nvSpPr>
        <p:spPr>
          <a:xfrm>
            <a:off x="359998" y="1415845"/>
            <a:ext cx="8424359" cy="3211234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[Text]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8C547FB-968A-4EA3-061B-0B895D5415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01" y="4756540"/>
            <a:ext cx="1617205" cy="26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12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3" userDrawn="1">
          <p15:clr>
            <a:srgbClr val="46BEAA"/>
          </p15:clr>
        </p15:guide>
        <p15:guide id="2" orient="horz" pos="747" userDrawn="1">
          <p15:clr>
            <a:srgbClr val="46BEAA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Empt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footer 1 (JU-Free)">
            <a:extLst>
              <a:ext uri="{FF2B5EF4-FFF2-40B4-BE49-F238E27FC236}">
                <a16:creationId xmlns:a16="http://schemas.microsoft.com/office/drawing/2014/main" id="{8767F72A-FD04-C8F1-E9BE-49299EA68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883335" y="4812834"/>
            <a:ext cx="3847934" cy="828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lnSpc>
                <a:spcPct val="80000"/>
              </a:lnSpc>
              <a:defRPr sz="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1"/>
              <a:t>TechForum eXplore 2025 Season - For Internal Use - © Worldline</a:t>
            </a:r>
            <a:endParaRPr lang="en-GB" noProof="1"/>
          </a:p>
        </p:txBody>
      </p:sp>
      <p:sp>
        <p:nvSpPr>
          <p:cNvPr id="5" name="Frame slide number 2 (JU-Free)">
            <a:extLst>
              <a:ext uri="{FF2B5EF4-FFF2-40B4-BE49-F238E27FC236}">
                <a16:creationId xmlns:a16="http://schemas.microsoft.com/office/drawing/2014/main" id="{FAAFBB41-22E8-5E3D-2BE1-4E27ED813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670682" y="4899054"/>
            <a:ext cx="273240" cy="828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lnSpc>
                <a:spcPct val="80000"/>
              </a:lnSpc>
              <a:defRPr sz="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 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0311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[Closing (Purple-Green) with thank you]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7E00E72E-28A4-451F-12DD-FDC864372EE8}"/>
              </a:ext>
            </a:extLst>
          </p:cNvPr>
          <p:cNvSpPr>
            <a:spLocks noSelect="1"/>
          </p:cNvSpPr>
          <p:nvPr userDrawn="1"/>
        </p:nvSpPr>
        <p:spPr bwMode="auto">
          <a:xfrm flipV="1">
            <a:off x="0" y="0"/>
            <a:ext cx="2570560" cy="5139929"/>
          </a:xfrm>
          <a:custGeom>
            <a:avLst/>
            <a:gdLst>
              <a:gd name="T0" fmla="*/ 9953 w 10804"/>
              <a:gd name="T1" fmla="*/ 6596 h 21606"/>
              <a:gd name="T2" fmla="*/ 7639 w 10804"/>
              <a:gd name="T3" fmla="*/ 3164 h 21606"/>
              <a:gd name="T4" fmla="*/ 4207 w 10804"/>
              <a:gd name="T5" fmla="*/ 851 h 21606"/>
              <a:gd name="T6" fmla="*/ 0 w 10804"/>
              <a:gd name="T7" fmla="*/ 0 h 21606"/>
              <a:gd name="T8" fmla="*/ 0 w 10804"/>
              <a:gd name="T9" fmla="*/ 4787 h 21606"/>
              <a:gd name="T10" fmla="*/ 6017 w 10804"/>
              <a:gd name="T11" fmla="*/ 10803 h 21606"/>
              <a:gd name="T12" fmla="*/ 0 w 10804"/>
              <a:gd name="T13" fmla="*/ 16820 h 21606"/>
              <a:gd name="T14" fmla="*/ 0 w 10804"/>
              <a:gd name="T15" fmla="*/ 21606 h 21606"/>
              <a:gd name="T16" fmla="*/ 4207 w 10804"/>
              <a:gd name="T17" fmla="*/ 20755 h 21606"/>
              <a:gd name="T18" fmla="*/ 7639 w 10804"/>
              <a:gd name="T19" fmla="*/ 18442 h 21606"/>
              <a:gd name="T20" fmla="*/ 9953 w 10804"/>
              <a:gd name="T21" fmla="*/ 15010 h 21606"/>
              <a:gd name="T22" fmla="*/ 10804 w 10804"/>
              <a:gd name="T23" fmla="*/ 10803 h 21606"/>
              <a:gd name="T24" fmla="*/ 9953 w 10804"/>
              <a:gd name="T25" fmla="*/ 6596 h 21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804" h="21606">
                <a:moveTo>
                  <a:pt x="9953" y="6596"/>
                </a:moveTo>
                <a:cubicBezTo>
                  <a:pt x="9408" y="5309"/>
                  <a:pt x="8630" y="4155"/>
                  <a:pt x="7639" y="3164"/>
                </a:cubicBezTo>
                <a:cubicBezTo>
                  <a:pt x="6649" y="2173"/>
                  <a:pt x="5494" y="1395"/>
                  <a:pt x="4207" y="851"/>
                </a:cubicBezTo>
                <a:cubicBezTo>
                  <a:pt x="2872" y="286"/>
                  <a:pt x="1457" y="0"/>
                  <a:pt x="0" y="0"/>
                </a:cubicBezTo>
                <a:cubicBezTo>
                  <a:pt x="0" y="4787"/>
                  <a:pt x="0" y="4787"/>
                  <a:pt x="0" y="4787"/>
                </a:cubicBezTo>
                <a:cubicBezTo>
                  <a:pt x="3323" y="4787"/>
                  <a:pt x="6017" y="7480"/>
                  <a:pt x="6017" y="10803"/>
                </a:cubicBezTo>
                <a:cubicBezTo>
                  <a:pt x="6017" y="14126"/>
                  <a:pt x="3323" y="16820"/>
                  <a:pt x="0" y="16820"/>
                </a:cubicBezTo>
                <a:cubicBezTo>
                  <a:pt x="0" y="21606"/>
                  <a:pt x="0" y="21606"/>
                  <a:pt x="0" y="21606"/>
                </a:cubicBezTo>
                <a:cubicBezTo>
                  <a:pt x="1457" y="21606"/>
                  <a:pt x="2872" y="21320"/>
                  <a:pt x="4207" y="20755"/>
                </a:cubicBezTo>
                <a:cubicBezTo>
                  <a:pt x="5494" y="20211"/>
                  <a:pt x="6649" y="19433"/>
                  <a:pt x="7639" y="18442"/>
                </a:cubicBezTo>
                <a:cubicBezTo>
                  <a:pt x="8630" y="17452"/>
                  <a:pt x="9408" y="16297"/>
                  <a:pt x="9953" y="15010"/>
                </a:cubicBezTo>
                <a:cubicBezTo>
                  <a:pt x="10517" y="13675"/>
                  <a:pt x="10804" y="12259"/>
                  <a:pt x="10804" y="10803"/>
                </a:cubicBezTo>
                <a:cubicBezTo>
                  <a:pt x="10804" y="9347"/>
                  <a:pt x="10517" y="7931"/>
                  <a:pt x="9953" y="6596"/>
                </a:cubicBezTo>
                <a:close/>
              </a:path>
            </a:pathLst>
          </a:custGeom>
          <a:gradFill flip="none" rotWithShape="1"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" name="Logo 2">
            <a:extLst>
              <a:ext uri="{FF2B5EF4-FFF2-40B4-BE49-F238E27FC236}">
                <a16:creationId xmlns:a16="http://schemas.microsoft.com/office/drawing/2014/main" id="{C5BABC45-4ACD-E274-0AB8-C20B9466CB6D}"/>
              </a:ext>
            </a:extLst>
          </p:cNvPr>
          <p:cNvSpPr>
            <a:spLocks noSelect="1"/>
          </p:cNvSpPr>
          <p:nvPr userDrawn="1"/>
        </p:nvSpPr>
        <p:spPr>
          <a:xfrm>
            <a:off x="359994" y="4809604"/>
            <a:ext cx="1494231" cy="155969"/>
          </a:xfrm>
          <a:custGeom>
            <a:avLst/>
            <a:gdLst>
              <a:gd name="connsiteX0" fmla="*/ 1492094 w 1494235"/>
              <a:gd name="connsiteY0" fmla="*/ 123497 h 151586"/>
              <a:gd name="connsiteX1" fmla="*/ 1494235 w 1494235"/>
              <a:gd name="connsiteY1" fmla="*/ 147675 h 151586"/>
              <a:gd name="connsiteX2" fmla="*/ 1482816 w 1494235"/>
              <a:gd name="connsiteY2" fmla="*/ 147675 h 151586"/>
              <a:gd name="connsiteX3" fmla="*/ 1492094 w 1494235"/>
              <a:gd name="connsiteY3" fmla="*/ 123497 h 151586"/>
              <a:gd name="connsiteX4" fmla="*/ 1199480 w 1494235"/>
              <a:gd name="connsiteY4" fmla="*/ 106904 h 151586"/>
              <a:gd name="connsiteX5" fmla="*/ 1215657 w 1494235"/>
              <a:gd name="connsiteY5" fmla="*/ 147675 h 151586"/>
              <a:gd name="connsiteX6" fmla="*/ 1193770 w 1494235"/>
              <a:gd name="connsiteY6" fmla="*/ 147675 h 151586"/>
              <a:gd name="connsiteX7" fmla="*/ 1199480 w 1494235"/>
              <a:gd name="connsiteY7" fmla="*/ 106904 h 151586"/>
              <a:gd name="connsiteX8" fmla="*/ 1475679 w 1494235"/>
              <a:gd name="connsiteY8" fmla="*/ 77274 h 151586"/>
              <a:gd name="connsiteX9" fmla="*/ 1480675 w 1494235"/>
              <a:gd name="connsiteY9" fmla="*/ 87467 h 151586"/>
              <a:gd name="connsiteX10" fmla="*/ 1453792 w 1494235"/>
              <a:gd name="connsiteY10" fmla="*/ 147675 h 151586"/>
              <a:gd name="connsiteX11" fmla="*/ 1443325 w 1494235"/>
              <a:gd name="connsiteY11" fmla="*/ 147675 h 151586"/>
              <a:gd name="connsiteX12" fmla="*/ 1475679 w 1494235"/>
              <a:gd name="connsiteY12" fmla="*/ 77274 h 151586"/>
              <a:gd name="connsiteX13" fmla="*/ 1218512 w 1494235"/>
              <a:gd name="connsiteY13" fmla="*/ 65660 h 151586"/>
              <a:gd name="connsiteX14" fmla="*/ 1228266 w 1494235"/>
              <a:gd name="connsiteY14" fmla="*/ 77512 h 151586"/>
              <a:gd name="connsiteX15" fmla="*/ 1255862 w 1494235"/>
              <a:gd name="connsiteY15" fmla="*/ 147675 h 151586"/>
              <a:gd name="connsiteX16" fmla="*/ 1234213 w 1494235"/>
              <a:gd name="connsiteY16" fmla="*/ 147675 h 151586"/>
              <a:gd name="connsiteX17" fmla="*/ 1207331 w 1494235"/>
              <a:gd name="connsiteY17" fmla="*/ 85571 h 151586"/>
              <a:gd name="connsiteX18" fmla="*/ 1218512 w 1494235"/>
              <a:gd name="connsiteY18" fmla="*/ 65660 h 151586"/>
              <a:gd name="connsiteX19" fmla="*/ 1452603 w 1494235"/>
              <a:gd name="connsiteY19" fmla="*/ 45037 h 151586"/>
              <a:gd name="connsiteX20" fmla="*/ 1459502 w 1494235"/>
              <a:gd name="connsiteY20" fmla="*/ 52859 h 151586"/>
              <a:gd name="connsiteX21" fmla="*/ 1456171 w 1494235"/>
              <a:gd name="connsiteY21" fmla="*/ 56652 h 151586"/>
              <a:gd name="connsiteX22" fmla="*/ 1414539 w 1494235"/>
              <a:gd name="connsiteY22" fmla="*/ 147675 h 151586"/>
              <a:gd name="connsiteX23" fmla="*/ 1404072 w 1494235"/>
              <a:gd name="connsiteY23" fmla="*/ 147675 h 151586"/>
              <a:gd name="connsiteX24" fmla="*/ 1452603 w 1494235"/>
              <a:gd name="connsiteY24" fmla="*/ 45037 h 151586"/>
              <a:gd name="connsiteX25" fmla="*/ 1244918 w 1494235"/>
              <a:gd name="connsiteY25" fmla="*/ 35318 h 151586"/>
              <a:gd name="connsiteX26" fmla="*/ 1260620 w 1494235"/>
              <a:gd name="connsiteY26" fmla="*/ 54045 h 151586"/>
              <a:gd name="connsiteX27" fmla="*/ 1295828 w 1494235"/>
              <a:gd name="connsiteY27" fmla="*/ 147675 h 151586"/>
              <a:gd name="connsiteX28" fmla="*/ 1274180 w 1494235"/>
              <a:gd name="connsiteY28" fmla="*/ 147675 h 151586"/>
              <a:gd name="connsiteX29" fmla="*/ 1229931 w 1494235"/>
              <a:gd name="connsiteY29" fmla="*/ 50726 h 151586"/>
              <a:gd name="connsiteX30" fmla="*/ 1244918 w 1494235"/>
              <a:gd name="connsiteY30" fmla="*/ 35318 h 151586"/>
              <a:gd name="connsiteX31" fmla="*/ 648509 w 1494235"/>
              <a:gd name="connsiteY31" fmla="*/ 31289 h 151586"/>
              <a:gd name="connsiteX32" fmla="*/ 648509 w 1494235"/>
              <a:gd name="connsiteY32" fmla="*/ 120179 h 151586"/>
              <a:gd name="connsiteX33" fmla="*/ 670158 w 1494235"/>
              <a:gd name="connsiteY33" fmla="*/ 120179 h 151586"/>
              <a:gd name="connsiteX34" fmla="*/ 688476 w 1494235"/>
              <a:gd name="connsiteY34" fmla="*/ 117334 h 151586"/>
              <a:gd name="connsiteX35" fmla="*/ 710838 w 1494235"/>
              <a:gd name="connsiteY35" fmla="*/ 95052 h 151586"/>
              <a:gd name="connsiteX36" fmla="*/ 710838 w 1494235"/>
              <a:gd name="connsiteY36" fmla="*/ 55704 h 151586"/>
              <a:gd name="connsiteX37" fmla="*/ 688476 w 1494235"/>
              <a:gd name="connsiteY37" fmla="*/ 33896 h 151586"/>
              <a:gd name="connsiteX38" fmla="*/ 670158 w 1494235"/>
              <a:gd name="connsiteY38" fmla="*/ 31289 h 151586"/>
              <a:gd name="connsiteX39" fmla="*/ 648509 w 1494235"/>
              <a:gd name="connsiteY39" fmla="*/ 31289 h 151586"/>
              <a:gd name="connsiteX40" fmla="*/ 407757 w 1494235"/>
              <a:gd name="connsiteY40" fmla="*/ 31289 h 151586"/>
              <a:gd name="connsiteX41" fmla="*/ 407757 w 1494235"/>
              <a:gd name="connsiteY41" fmla="*/ 76326 h 151586"/>
              <a:gd name="connsiteX42" fmla="*/ 433687 w 1494235"/>
              <a:gd name="connsiteY42" fmla="*/ 76326 h 151586"/>
              <a:gd name="connsiteX43" fmla="*/ 453909 w 1494235"/>
              <a:gd name="connsiteY43" fmla="*/ 65423 h 151586"/>
              <a:gd name="connsiteX44" fmla="*/ 453909 w 1494235"/>
              <a:gd name="connsiteY44" fmla="*/ 41244 h 151586"/>
              <a:gd name="connsiteX45" fmla="*/ 445820 w 1494235"/>
              <a:gd name="connsiteY45" fmla="*/ 33185 h 151586"/>
              <a:gd name="connsiteX46" fmla="*/ 433687 w 1494235"/>
              <a:gd name="connsiteY46" fmla="*/ 31289 h 151586"/>
              <a:gd name="connsiteX47" fmla="*/ 407757 w 1494235"/>
              <a:gd name="connsiteY47" fmla="*/ 31289 h 151586"/>
              <a:gd name="connsiteX48" fmla="*/ 281909 w 1494235"/>
              <a:gd name="connsiteY48" fmla="*/ 29393 h 151586"/>
              <a:gd name="connsiteX49" fmla="*/ 238849 w 1494235"/>
              <a:gd name="connsiteY49" fmla="*/ 75852 h 151586"/>
              <a:gd name="connsiteX50" fmla="*/ 281909 w 1494235"/>
              <a:gd name="connsiteY50" fmla="*/ 122312 h 151586"/>
              <a:gd name="connsiteX51" fmla="*/ 325206 w 1494235"/>
              <a:gd name="connsiteY51" fmla="*/ 75852 h 151586"/>
              <a:gd name="connsiteX52" fmla="*/ 281909 w 1494235"/>
              <a:gd name="connsiteY52" fmla="*/ 29393 h 151586"/>
              <a:gd name="connsiteX53" fmla="*/ 1049842 w 1494235"/>
              <a:gd name="connsiteY53" fmla="*/ 4266 h 151586"/>
              <a:gd name="connsiteX54" fmla="*/ 1129776 w 1494235"/>
              <a:gd name="connsiteY54" fmla="*/ 4266 h 151586"/>
              <a:gd name="connsiteX55" fmla="*/ 1129776 w 1494235"/>
              <a:gd name="connsiteY55" fmla="*/ 14696 h 151586"/>
              <a:gd name="connsiteX56" fmla="*/ 1061499 w 1494235"/>
              <a:gd name="connsiteY56" fmla="*/ 14696 h 151586"/>
              <a:gd name="connsiteX57" fmla="*/ 1061499 w 1494235"/>
              <a:gd name="connsiteY57" fmla="*/ 68978 h 151586"/>
              <a:gd name="connsiteX58" fmla="*/ 1125018 w 1494235"/>
              <a:gd name="connsiteY58" fmla="*/ 68978 h 151586"/>
              <a:gd name="connsiteX59" fmla="*/ 1125018 w 1494235"/>
              <a:gd name="connsiteY59" fmla="*/ 79408 h 151586"/>
              <a:gd name="connsiteX60" fmla="*/ 1061499 w 1494235"/>
              <a:gd name="connsiteY60" fmla="*/ 79408 h 151586"/>
              <a:gd name="connsiteX61" fmla="*/ 1061499 w 1494235"/>
              <a:gd name="connsiteY61" fmla="*/ 137245 h 151586"/>
              <a:gd name="connsiteX62" fmla="*/ 1132155 w 1494235"/>
              <a:gd name="connsiteY62" fmla="*/ 137245 h 151586"/>
              <a:gd name="connsiteX63" fmla="*/ 1132155 w 1494235"/>
              <a:gd name="connsiteY63" fmla="*/ 147675 h 151586"/>
              <a:gd name="connsiteX64" fmla="*/ 1049842 w 1494235"/>
              <a:gd name="connsiteY64" fmla="*/ 147675 h 151586"/>
              <a:gd name="connsiteX65" fmla="*/ 1049842 w 1494235"/>
              <a:gd name="connsiteY65" fmla="*/ 4266 h 151586"/>
              <a:gd name="connsiteX66" fmla="*/ 904011 w 1494235"/>
              <a:gd name="connsiteY66" fmla="*/ 4266 h 151586"/>
              <a:gd name="connsiteX67" fmla="*/ 924946 w 1494235"/>
              <a:gd name="connsiteY67" fmla="*/ 4266 h 151586"/>
              <a:gd name="connsiteX68" fmla="*/ 1008448 w 1494235"/>
              <a:gd name="connsiteY68" fmla="*/ 137245 h 151586"/>
              <a:gd name="connsiteX69" fmla="*/ 1010827 w 1494235"/>
              <a:gd name="connsiteY69" fmla="*/ 137245 h 151586"/>
              <a:gd name="connsiteX70" fmla="*/ 1010827 w 1494235"/>
              <a:gd name="connsiteY70" fmla="*/ 4266 h 151586"/>
              <a:gd name="connsiteX71" fmla="*/ 1022484 w 1494235"/>
              <a:gd name="connsiteY71" fmla="*/ 4266 h 151586"/>
              <a:gd name="connsiteX72" fmla="*/ 1022484 w 1494235"/>
              <a:gd name="connsiteY72" fmla="*/ 147675 h 151586"/>
              <a:gd name="connsiteX73" fmla="*/ 1001787 w 1494235"/>
              <a:gd name="connsiteY73" fmla="*/ 147675 h 151586"/>
              <a:gd name="connsiteX74" fmla="*/ 918523 w 1494235"/>
              <a:gd name="connsiteY74" fmla="*/ 14696 h 151586"/>
              <a:gd name="connsiteX75" fmla="*/ 915668 w 1494235"/>
              <a:gd name="connsiteY75" fmla="*/ 14696 h 151586"/>
              <a:gd name="connsiteX76" fmla="*/ 915668 w 1494235"/>
              <a:gd name="connsiteY76" fmla="*/ 147675 h 151586"/>
              <a:gd name="connsiteX77" fmla="*/ 904011 w 1494235"/>
              <a:gd name="connsiteY77" fmla="*/ 147675 h 151586"/>
              <a:gd name="connsiteX78" fmla="*/ 904011 w 1494235"/>
              <a:gd name="connsiteY78" fmla="*/ 4266 h 151586"/>
              <a:gd name="connsiteX79" fmla="*/ 860714 w 1494235"/>
              <a:gd name="connsiteY79" fmla="*/ 4266 h 151586"/>
              <a:gd name="connsiteX80" fmla="*/ 872371 w 1494235"/>
              <a:gd name="connsiteY80" fmla="*/ 4266 h 151586"/>
              <a:gd name="connsiteX81" fmla="*/ 872371 w 1494235"/>
              <a:gd name="connsiteY81" fmla="*/ 147675 h 151586"/>
              <a:gd name="connsiteX82" fmla="*/ 860714 w 1494235"/>
              <a:gd name="connsiteY82" fmla="*/ 147675 h 151586"/>
              <a:gd name="connsiteX83" fmla="*/ 769837 w 1494235"/>
              <a:gd name="connsiteY83" fmla="*/ 4266 h 151586"/>
              <a:gd name="connsiteX84" fmla="*/ 781494 w 1494235"/>
              <a:gd name="connsiteY84" fmla="*/ 4266 h 151586"/>
              <a:gd name="connsiteX85" fmla="*/ 781494 w 1494235"/>
              <a:gd name="connsiteY85" fmla="*/ 137245 h 151586"/>
              <a:gd name="connsiteX86" fmla="*/ 847154 w 1494235"/>
              <a:gd name="connsiteY86" fmla="*/ 137245 h 151586"/>
              <a:gd name="connsiteX87" fmla="*/ 847154 w 1494235"/>
              <a:gd name="connsiteY87" fmla="*/ 147675 h 151586"/>
              <a:gd name="connsiteX88" fmla="*/ 769837 w 1494235"/>
              <a:gd name="connsiteY88" fmla="*/ 147675 h 151586"/>
              <a:gd name="connsiteX89" fmla="*/ 769837 w 1494235"/>
              <a:gd name="connsiteY89" fmla="*/ 4266 h 151586"/>
              <a:gd name="connsiteX90" fmla="*/ 513859 w 1494235"/>
              <a:gd name="connsiteY90" fmla="*/ 4266 h 151586"/>
              <a:gd name="connsiteX91" fmla="*/ 546213 w 1494235"/>
              <a:gd name="connsiteY91" fmla="*/ 4266 h 151586"/>
              <a:gd name="connsiteX92" fmla="*/ 546213 w 1494235"/>
              <a:gd name="connsiteY92" fmla="*/ 119468 h 151586"/>
              <a:gd name="connsiteX93" fmla="*/ 602595 w 1494235"/>
              <a:gd name="connsiteY93" fmla="*/ 119468 h 151586"/>
              <a:gd name="connsiteX94" fmla="*/ 602595 w 1494235"/>
              <a:gd name="connsiteY94" fmla="*/ 147675 h 151586"/>
              <a:gd name="connsiteX95" fmla="*/ 513859 w 1494235"/>
              <a:gd name="connsiteY95" fmla="*/ 147675 h 151586"/>
              <a:gd name="connsiteX96" fmla="*/ 513859 w 1494235"/>
              <a:gd name="connsiteY96" fmla="*/ 4266 h 151586"/>
              <a:gd name="connsiteX97" fmla="*/ 0 w 1494235"/>
              <a:gd name="connsiteY97" fmla="*/ 4266 h 151586"/>
              <a:gd name="connsiteX98" fmla="*/ 33068 w 1494235"/>
              <a:gd name="connsiteY98" fmla="*/ 4266 h 151586"/>
              <a:gd name="connsiteX99" fmla="*/ 62091 w 1494235"/>
              <a:gd name="connsiteY99" fmla="*/ 119468 h 151586"/>
              <a:gd name="connsiteX100" fmla="*/ 65184 w 1494235"/>
              <a:gd name="connsiteY100" fmla="*/ 119468 h 151586"/>
              <a:gd name="connsiteX101" fmla="*/ 86357 w 1494235"/>
              <a:gd name="connsiteY101" fmla="*/ 8059 h 151586"/>
              <a:gd name="connsiteX102" fmla="*/ 120138 w 1494235"/>
              <a:gd name="connsiteY102" fmla="*/ 8059 h 151586"/>
              <a:gd name="connsiteX103" fmla="*/ 143690 w 1494235"/>
              <a:gd name="connsiteY103" fmla="*/ 119468 h 151586"/>
              <a:gd name="connsiteX104" fmla="*/ 146069 w 1494235"/>
              <a:gd name="connsiteY104" fmla="*/ 119468 h 151586"/>
              <a:gd name="connsiteX105" fmla="*/ 171048 w 1494235"/>
              <a:gd name="connsiteY105" fmla="*/ 4266 h 151586"/>
              <a:gd name="connsiteX106" fmla="*/ 204354 w 1494235"/>
              <a:gd name="connsiteY106" fmla="*/ 4266 h 151586"/>
              <a:gd name="connsiteX107" fmla="*/ 172714 w 1494235"/>
              <a:gd name="connsiteY107" fmla="*/ 147675 h 151586"/>
              <a:gd name="connsiteX108" fmla="*/ 122279 w 1494235"/>
              <a:gd name="connsiteY108" fmla="*/ 147675 h 151586"/>
              <a:gd name="connsiteX109" fmla="*/ 103010 w 1494235"/>
              <a:gd name="connsiteY109" fmla="*/ 60208 h 151586"/>
              <a:gd name="connsiteX110" fmla="*/ 85167 w 1494235"/>
              <a:gd name="connsiteY110" fmla="*/ 147675 h 151586"/>
              <a:gd name="connsiteX111" fmla="*/ 35685 w 1494235"/>
              <a:gd name="connsiteY111" fmla="*/ 147675 h 151586"/>
              <a:gd name="connsiteX112" fmla="*/ 0 w 1494235"/>
              <a:gd name="connsiteY112" fmla="*/ 4266 h 151586"/>
              <a:gd name="connsiteX113" fmla="*/ 616155 w 1494235"/>
              <a:gd name="connsiteY113" fmla="*/ 3081 h 151586"/>
              <a:gd name="connsiteX114" fmla="*/ 669444 w 1494235"/>
              <a:gd name="connsiteY114" fmla="*/ 3081 h 151586"/>
              <a:gd name="connsiteX115" fmla="*/ 728205 w 1494235"/>
              <a:gd name="connsiteY115" fmla="*/ 24178 h 151586"/>
              <a:gd name="connsiteX116" fmla="*/ 747712 w 1494235"/>
              <a:gd name="connsiteY116" fmla="*/ 73482 h 151586"/>
              <a:gd name="connsiteX117" fmla="*/ 742716 w 1494235"/>
              <a:gd name="connsiteY117" fmla="*/ 103349 h 151586"/>
              <a:gd name="connsiteX118" fmla="*/ 703701 w 1494235"/>
              <a:gd name="connsiteY118" fmla="*/ 142460 h 151586"/>
              <a:gd name="connsiteX119" fmla="*/ 669444 w 1494235"/>
              <a:gd name="connsiteY119" fmla="*/ 148386 h 151586"/>
              <a:gd name="connsiteX120" fmla="*/ 616155 w 1494235"/>
              <a:gd name="connsiteY120" fmla="*/ 148386 h 151586"/>
              <a:gd name="connsiteX121" fmla="*/ 616155 w 1494235"/>
              <a:gd name="connsiteY121" fmla="*/ 3081 h 151586"/>
              <a:gd name="connsiteX122" fmla="*/ 375403 w 1494235"/>
              <a:gd name="connsiteY122" fmla="*/ 3081 h 151586"/>
              <a:gd name="connsiteX123" fmla="*/ 432022 w 1494235"/>
              <a:gd name="connsiteY123" fmla="*/ 3081 h 151586"/>
              <a:gd name="connsiteX124" fmla="*/ 483408 w 1494235"/>
              <a:gd name="connsiteY124" fmla="*/ 24652 h 151586"/>
              <a:gd name="connsiteX125" fmla="*/ 490545 w 1494235"/>
              <a:gd name="connsiteY125" fmla="*/ 51200 h 151586"/>
              <a:gd name="connsiteX126" fmla="*/ 483408 w 1494235"/>
              <a:gd name="connsiteY126" fmla="*/ 80830 h 151586"/>
              <a:gd name="connsiteX127" fmla="*/ 463425 w 1494235"/>
              <a:gd name="connsiteY127" fmla="*/ 96238 h 151586"/>
              <a:gd name="connsiteX128" fmla="*/ 500299 w 1494235"/>
              <a:gd name="connsiteY128" fmla="*/ 147675 h 151586"/>
              <a:gd name="connsiteX129" fmla="*/ 462711 w 1494235"/>
              <a:gd name="connsiteY129" fmla="*/ 147675 h 151586"/>
              <a:gd name="connsiteX130" fmla="*/ 432260 w 1494235"/>
              <a:gd name="connsiteY130" fmla="*/ 103349 h 151586"/>
              <a:gd name="connsiteX131" fmla="*/ 407757 w 1494235"/>
              <a:gd name="connsiteY131" fmla="*/ 103349 h 151586"/>
              <a:gd name="connsiteX132" fmla="*/ 407757 w 1494235"/>
              <a:gd name="connsiteY132" fmla="*/ 147675 h 151586"/>
              <a:gd name="connsiteX133" fmla="*/ 375403 w 1494235"/>
              <a:gd name="connsiteY133" fmla="*/ 147675 h 151586"/>
              <a:gd name="connsiteX134" fmla="*/ 375403 w 1494235"/>
              <a:gd name="connsiteY134" fmla="*/ 3081 h 151586"/>
              <a:gd name="connsiteX135" fmla="*/ 1320570 w 1494235"/>
              <a:gd name="connsiteY135" fmla="*/ 237 h 151586"/>
              <a:gd name="connsiteX136" fmla="*/ 1325804 w 1494235"/>
              <a:gd name="connsiteY136" fmla="*/ 6874 h 151586"/>
              <a:gd name="connsiteX137" fmla="*/ 1352210 w 1494235"/>
              <a:gd name="connsiteY137" fmla="*/ 53808 h 151586"/>
              <a:gd name="connsiteX138" fmla="*/ 1385278 w 1494235"/>
              <a:gd name="connsiteY138" fmla="*/ 4266 h 151586"/>
              <a:gd name="connsiteX139" fmla="*/ 1395983 w 1494235"/>
              <a:gd name="connsiteY139" fmla="*/ 7822 h 151586"/>
              <a:gd name="connsiteX140" fmla="*/ 1357444 w 1494235"/>
              <a:gd name="connsiteY140" fmla="*/ 67082 h 151586"/>
              <a:gd name="connsiteX141" fmla="*/ 1371004 w 1494235"/>
              <a:gd name="connsiteY141" fmla="*/ 115201 h 151586"/>
              <a:gd name="connsiteX142" fmla="*/ 1418584 w 1494235"/>
              <a:gd name="connsiteY142" fmla="*/ 25126 h 151586"/>
              <a:gd name="connsiteX143" fmla="*/ 1422628 w 1494235"/>
              <a:gd name="connsiteY143" fmla="*/ 20859 h 151586"/>
              <a:gd name="connsiteX144" fmla="*/ 1431192 w 1494235"/>
              <a:gd name="connsiteY144" fmla="*/ 26548 h 151586"/>
              <a:gd name="connsiteX145" fmla="*/ 1426196 w 1494235"/>
              <a:gd name="connsiteY145" fmla="*/ 32000 h 151586"/>
              <a:gd name="connsiteX146" fmla="*/ 1375524 w 1494235"/>
              <a:gd name="connsiteY146" fmla="*/ 147675 h 151586"/>
              <a:gd name="connsiteX147" fmla="*/ 1353875 w 1494235"/>
              <a:gd name="connsiteY147" fmla="*/ 147675 h 151586"/>
              <a:gd name="connsiteX148" fmla="*/ 1345311 w 1494235"/>
              <a:gd name="connsiteY148" fmla="*/ 100267 h 151586"/>
              <a:gd name="connsiteX149" fmla="*/ 1336509 w 1494235"/>
              <a:gd name="connsiteY149" fmla="*/ 147675 h 151586"/>
              <a:gd name="connsiteX150" fmla="*/ 1314147 w 1494235"/>
              <a:gd name="connsiteY150" fmla="*/ 147675 h 151586"/>
              <a:gd name="connsiteX151" fmla="*/ 1259906 w 1494235"/>
              <a:gd name="connsiteY151" fmla="*/ 23941 h 151586"/>
              <a:gd name="connsiteX152" fmla="*/ 1278938 w 1494235"/>
              <a:gd name="connsiteY152" fmla="*/ 13037 h 151586"/>
              <a:gd name="connsiteX153" fmla="*/ 1293212 w 1494235"/>
              <a:gd name="connsiteY153" fmla="*/ 30578 h 151586"/>
              <a:gd name="connsiteX154" fmla="*/ 1330799 w 1494235"/>
              <a:gd name="connsiteY154" fmla="*/ 116623 h 151586"/>
              <a:gd name="connsiteX155" fmla="*/ 1340077 w 1494235"/>
              <a:gd name="connsiteY155" fmla="*/ 82726 h 151586"/>
              <a:gd name="connsiteX156" fmla="*/ 1297494 w 1494235"/>
              <a:gd name="connsiteY156" fmla="*/ 5689 h 151586"/>
              <a:gd name="connsiteX157" fmla="*/ 1320570 w 1494235"/>
              <a:gd name="connsiteY157" fmla="*/ 237 h 151586"/>
              <a:gd name="connsiteX158" fmla="*/ 281790 w 1494235"/>
              <a:gd name="connsiteY158" fmla="*/ 0 h 151586"/>
              <a:gd name="connsiteX159" fmla="*/ 315214 w 1494235"/>
              <a:gd name="connsiteY159" fmla="*/ 6400 h 151586"/>
              <a:gd name="connsiteX160" fmla="*/ 339242 w 1494235"/>
              <a:gd name="connsiteY160" fmla="*/ 23229 h 151586"/>
              <a:gd name="connsiteX161" fmla="*/ 358750 w 1494235"/>
              <a:gd name="connsiteY161" fmla="*/ 77749 h 151586"/>
              <a:gd name="connsiteX162" fmla="*/ 315928 w 1494235"/>
              <a:gd name="connsiteY162" fmla="*/ 144831 h 151586"/>
              <a:gd name="connsiteX163" fmla="*/ 247889 w 1494235"/>
              <a:gd name="connsiteY163" fmla="*/ 144831 h 151586"/>
              <a:gd name="connsiteX164" fmla="*/ 205068 w 1494235"/>
              <a:gd name="connsiteY164" fmla="*/ 77749 h 151586"/>
              <a:gd name="connsiteX165" fmla="*/ 209826 w 1494235"/>
              <a:gd name="connsiteY165" fmla="*/ 46933 h 151586"/>
              <a:gd name="connsiteX166" fmla="*/ 248365 w 1494235"/>
              <a:gd name="connsiteY166" fmla="*/ 6400 h 151586"/>
              <a:gd name="connsiteX167" fmla="*/ 281790 w 1494235"/>
              <a:gd name="connsiteY167" fmla="*/ 0 h 15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494235" h="151586">
                <a:moveTo>
                  <a:pt x="1492094" y="123497"/>
                </a:moveTo>
                <a:cubicBezTo>
                  <a:pt x="1493521" y="131319"/>
                  <a:pt x="1494235" y="139379"/>
                  <a:pt x="1494235" y="147675"/>
                </a:cubicBezTo>
                <a:cubicBezTo>
                  <a:pt x="1494235" y="147675"/>
                  <a:pt x="1494235" y="147675"/>
                  <a:pt x="1482816" y="147675"/>
                </a:cubicBezTo>
                <a:cubicBezTo>
                  <a:pt x="1485195" y="138905"/>
                  <a:pt x="1488288" y="130845"/>
                  <a:pt x="1492094" y="123497"/>
                </a:cubicBezTo>
                <a:close/>
                <a:moveTo>
                  <a:pt x="1199480" y="106904"/>
                </a:moveTo>
                <a:cubicBezTo>
                  <a:pt x="1207093" y="118993"/>
                  <a:pt x="1212564" y="132742"/>
                  <a:pt x="1215657" y="147675"/>
                </a:cubicBezTo>
                <a:cubicBezTo>
                  <a:pt x="1215657" y="147675"/>
                  <a:pt x="1215657" y="147675"/>
                  <a:pt x="1193770" y="147675"/>
                </a:cubicBezTo>
                <a:cubicBezTo>
                  <a:pt x="1193770" y="133453"/>
                  <a:pt x="1195911" y="119942"/>
                  <a:pt x="1199480" y="106904"/>
                </a:cubicBezTo>
                <a:close/>
                <a:moveTo>
                  <a:pt x="1475679" y="77274"/>
                </a:moveTo>
                <a:cubicBezTo>
                  <a:pt x="1477582" y="80593"/>
                  <a:pt x="1479248" y="83912"/>
                  <a:pt x="1480675" y="87467"/>
                </a:cubicBezTo>
                <a:cubicBezTo>
                  <a:pt x="1469970" y="100978"/>
                  <a:pt x="1458788" y="120653"/>
                  <a:pt x="1453792" y="147675"/>
                </a:cubicBezTo>
                <a:cubicBezTo>
                  <a:pt x="1453792" y="147675"/>
                  <a:pt x="1453792" y="147675"/>
                  <a:pt x="1443325" y="147675"/>
                </a:cubicBezTo>
                <a:cubicBezTo>
                  <a:pt x="1448321" y="118282"/>
                  <a:pt x="1460691" y="94578"/>
                  <a:pt x="1475679" y="77274"/>
                </a:cubicBezTo>
                <a:close/>
                <a:moveTo>
                  <a:pt x="1218512" y="65660"/>
                </a:moveTo>
                <a:cubicBezTo>
                  <a:pt x="1221842" y="69452"/>
                  <a:pt x="1225173" y="73245"/>
                  <a:pt x="1228266" y="77512"/>
                </a:cubicBezTo>
                <a:cubicBezTo>
                  <a:pt x="1242301" y="97186"/>
                  <a:pt x="1251817" y="121364"/>
                  <a:pt x="1255862" y="147675"/>
                </a:cubicBezTo>
                <a:cubicBezTo>
                  <a:pt x="1255862" y="147675"/>
                  <a:pt x="1255862" y="147675"/>
                  <a:pt x="1234213" y="147675"/>
                </a:cubicBezTo>
                <a:cubicBezTo>
                  <a:pt x="1229931" y="123260"/>
                  <a:pt x="1220415" y="101690"/>
                  <a:pt x="1207331" y="85571"/>
                </a:cubicBezTo>
                <a:cubicBezTo>
                  <a:pt x="1210661" y="78697"/>
                  <a:pt x="1214230" y="72060"/>
                  <a:pt x="1218512" y="65660"/>
                </a:cubicBezTo>
                <a:close/>
                <a:moveTo>
                  <a:pt x="1452603" y="45037"/>
                </a:moveTo>
                <a:cubicBezTo>
                  <a:pt x="1454982" y="47645"/>
                  <a:pt x="1457361" y="50252"/>
                  <a:pt x="1459502" y="52859"/>
                </a:cubicBezTo>
                <a:cubicBezTo>
                  <a:pt x="1458313" y="54045"/>
                  <a:pt x="1457123" y="55230"/>
                  <a:pt x="1456171" y="56652"/>
                </a:cubicBezTo>
                <a:cubicBezTo>
                  <a:pt x="1439757" y="74667"/>
                  <a:pt x="1420725" y="104297"/>
                  <a:pt x="1414539" y="147675"/>
                </a:cubicBezTo>
                <a:cubicBezTo>
                  <a:pt x="1414539" y="147675"/>
                  <a:pt x="1414539" y="147675"/>
                  <a:pt x="1404072" y="147675"/>
                </a:cubicBezTo>
                <a:cubicBezTo>
                  <a:pt x="1410257" y="102875"/>
                  <a:pt x="1429527" y="68741"/>
                  <a:pt x="1452603" y="45037"/>
                </a:cubicBezTo>
                <a:close/>
                <a:moveTo>
                  <a:pt x="1244918" y="35318"/>
                </a:moveTo>
                <a:cubicBezTo>
                  <a:pt x="1250390" y="41007"/>
                  <a:pt x="1255862" y="47170"/>
                  <a:pt x="1260620" y="54045"/>
                </a:cubicBezTo>
                <a:cubicBezTo>
                  <a:pt x="1279414" y="79882"/>
                  <a:pt x="1291546" y="112356"/>
                  <a:pt x="1295828" y="147675"/>
                </a:cubicBezTo>
                <a:cubicBezTo>
                  <a:pt x="1274180" y="147675"/>
                  <a:pt x="1274180" y="147675"/>
                  <a:pt x="1274180" y="147675"/>
                </a:cubicBezTo>
                <a:cubicBezTo>
                  <a:pt x="1268708" y="107616"/>
                  <a:pt x="1252531" y="73245"/>
                  <a:pt x="1229931" y="50726"/>
                </a:cubicBezTo>
                <a:cubicBezTo>
                  <a:pt x="1234451" y="45274"/>
                  <a:pt x="1239447" y="40059"/>
                  <a:pt x="1244918" y="35318"/>
                </a:cubicBezTo>
                <a:close/>
                <a:moveTo>
                  <a:pt x="648509" y="31289"/>
                </a:moveTo>
                <a:cubicBezTo>
                  <a:pt x="648509" y="120179"/>
                  <a:pt x="648509" y="120179"/>
                  <a:pt x="648509" y="120179"/>
                </a:cubicBezTo>
                <a:cubicBezTo>
                  <a:pt x="670158" y="120179"/>
                  <a:pt x="670158" y="120179"/>
                  <a:pt x="670158" y="120179"/>
                </a:cubicBezTo>
                <a:cubicBezTo>
                  <a:pt x="677057" y="120179"/>
                  <a:pt x="683242" y="119230"/>
                  <a:pt x="688476" y="117334"/>
                </a:cubicBezTo>
                <a:cubicBezTo>
                  <a:pt x="699181" y="113304"/>
                  <a:pt x="706794" y="105719"/>
                  <a:pt x="710838" y="95052"/>
                </a:cubicBezTo>
                <a:cubicBezTo>
                  <a:pt x="715120" y="83675"/>
                  <a:pt x="714882" y="66845"/>
                  <a:pt x="710838" y="55704"/>
                </a:cubicBezTo>
                <a:cubicBezTo>
                  <a:pt x="706794" y="45037"/>
                  <a:pt x="699181" y="37689"/>
                  <a:pt x="688476" y="33896"/>
                </a:cubicBezTo>
                <a:cubicBezTo>
                  <a:pt x="683242" y="32237"/>
                  <a:pt x="677057" y="31289"/>
                  <a:pt x="670158" y="31289"/>
                </a:cubicBezTo>
                <a:cubicBezTo>
                  <a:pt x="648509" y="31289"/>
                  <a:pt x="648509" y="31289"/>
                  <a:pt x="648509" y="31289"/>
                </a:cubicBezTo>
                <a:close/>
                <a:moveTo>
                  <a:pt x="407757" y="31289"/>
                </a:moveTo>
                <a:cubicBezTo>
                  <a:pt x="407757" y="76326"/>
                  <a:pt x="407757" y="76326"/>
                  <a:pt x="407757" y="76326"/>
                </a:cubicBezTo>
                <a:cubicBezTo>
                  <a:pt x="433687" y="76326"/>
                  <a:pt x="433687" y="76326"/>
                  <a:pt x="433687" y="76326"/>
                </a:cubicBezTo>
                <a:cubicBezTo>
                  <a:pt x="442490" y="76326"/>
                  <a:pt x="449627" y="72771"/>
                  <a:pt x="453909" y="65423"/>
                </a:cubicBezTo>
                <a:cubicBezTo>
                  <a:pt x="457953" y="58785"/>
                  <a:pt x="457715" y="47882"/>
                  <a:pt x="453909" y="41244"/>
                </a:cubicBezTo>
                <a:cubicBezTo>
                  <a:pt x="452006" y="37689"/>
                  <a:pt x="449151" y="35081"/>
                  <a:pt x="445820" y="33185"/>
                </a:cubicBezTo>
                <a:cubicBezTo>
                  <a:pt x="442490" y="31289"/>
                  <a:pt x="438207" y="31289"/>
                  <a:pt x="433687" y="31289"/>
                </a:cubicBezTo>
                <a:cubicBezTo>
                  <a:pt x="407757" y="31289"/>
                  <a:pt x="407757" y="31289"/>
                  <a:pt x="407757" y="31289"/>
                </a:cubicBezTo>
                <a:close/>
                <a:moveTo>
                  <a:pt x="281909" y="29393"/>
                </a:moveTo>
                <a:cubicBezTo>
                  <a:pt x="253599" y="29393"/>
                  <a:pt x="238849" y="50015"/>
                  <a:pt x="238849" y="75852"/>
                </a:cubicBezTo>
                <a:cubicBezTo>
                  <a:pt x="238849" y="100741"/>
                  <a:pt x="254551" y="122312"/>
                  <a:pt x="281909" y="122312"/>
                </a:cubicBezTo>
                <a:cubicBezTo>
                  <a:pt x="309029" y="122312"/>
                  <a:pt x="325206" y="100978"/>
                  <a:pt x="325206" y="75852"/>
                </a:cubicBezTo>
                <a:cubicBezTo>
                  <a:pt x="325206" y="45985"/>
                  <a:pt x="305936" y="29393"/>
                  <a:pt x="281909" y="29393"/>
                </a:cubicBezTo>
                <a:close/>
                <a:moveTo>
                  <a:pt x="1049842" y="4266"/>
                </a:moveTo>
                <a:cubicBezTo>
                  <a:pt x="1049842" y="4266"/>
                  <a:pt x="1049842" y="4266"/>
                  <a:pt x="1129776" y="4266"/>
                </a:cubicBezTo>
                <a:cubicBezTo>
                  <a:pt x="1129776" y="4266"/>
                  <a:pt x="1129776" y="4266"/>
                  <a:pt x="1129776" y="14696"/>
                </a:cubicBezTo>
                <a:cubicBezTo>
                  <a:pt x="1129776" y="14696"/>
                  <a:pt x="1129776" y="14696"/>
                  <a:pt x="1061499" y="14696"/>
                </a:cubicBezTo>
                <a:cubicBezTo>
                  <a:pt x="1061499" y="14696"/>
                  <a:pt x="1061499" y="14696"/>
                  <a:pt x="1061499" y="68978"/>
                </a:cubicBezTo>
                <a:cubicBezTo>
                  <a:pt x="1061499" y="68978"/>
                  <a:pt x="1061499" y="68978"/>
                  <a:pt x="1125018" y="68978"/>
                </a:cubicBezTo>
                <a:cubicBezTo>
                  <a:pt x="1125018" y="68978"/>
                  <a:pt x="1125018" y="68978"/>
                  <a:pt x="1125018" y="79408"/>
                </a:cubicBezTo>
                <a:cubicBezTo>
                  <a:pt x="1125018" y="79408"/>
                  <a:pt x="1125018" y="79408"/>
                  <a:pt x="1061499" y="79408"/>
                </a:cubicBezTo>
                <a:lnTo>
                  <a:pt x="1061499" y="137245"/>
                </a:lnTo>
                <a:cubicBezTo>
                  <a:pt x="1061499" y="137245"/>
                  <a:pt x="1061499" y="137245"/>
                  <a:pt x="1132155" y="137245"/>
                </a:cubicBezTo>
                <a:cubicBezTo>
                  <a:pt x="1132155" y="137245"/>
                  <a:pt x="1132155" y="137245"/>
                  <a:pt x="1132155" y="147675"/>
                </a:cubicBezTo>
                <a:cubicBezTo>
                  <a:pt x="1132155" y="147675"/>
                  <a:pt x="1132155" y="147675"/>
                  <a:pt x="1049842" y="147675"/>
                </a:cubicBezTo>
                <a:cubicBezTo>
                  <a:pt x="1049842" y="147675"/>
                  <a:pt x="1049842" y="147675"/>
                  <a:pt x="1049842" y="4266"/>
                </a:cubicBezTo>
                <a:close/>
                <a:moveTo>
                  <a:pt x="904011" y="4266"/>
                </a:moveTo>
                <a:cubicBezTo>
                  <a:pt x="904011" y="4266"/>
                  <a:pt x="904011" y="4266"/>
                  <a:pt x="924946" y="4266"/>
                </a:cubicBezTo>
                <a:cubicBezTo>
                  <a:pt x="924946" y="4266"/>
                  <a:pt x="924946" y="4266"/>
                  <a:pt x="1008448" y="137245"/>
                </a:cubicBezTo>
                <a:cubicBezTo>
                  <a:pt x="1008448" y="137245"/>
                  <a:pt x="1008448" y="137245"/>
                  <a:pt x="1010827" y="137245"/>
                </a:cubicBezTo>
                <a:lnTo>
                  <a:pt x="1010827" y="4266"/>
                </a:lnTo>
                <a:cubicBezTo>
                  <a:pt x="1010827" y="4266"/>
                  <a:pt x="1010827" y="4266"/>
                  <a:pt x="1022484" y="4266"/>
                </a:cubicBezTo>
                <a:cubicBezTo>
                  <a:pt x="1022484" y="4266"/>
                  <a:pt x="1022484" y="4266"/>
                  <a:pt x="1022484" y="147675"/>
                </a:cubicBezTo>
                <a:cubicBezTo>
                  <a:pt x="1022484" y="147675"/>
                  <a:pt x="1022484" y="147675"/>
                  <a:pt x="1001787" y="147675"/>
                </a:cubicBezTo>
                <a:cubicBezTo>
                  <a:pt x="1001787" y="147675"/>
                  <a:pt x="1001787" y="147675"/>
                  <a:pt x="918523" y="14696"/>
                </a:cubicBezTo>
                <a:cubicBezTo>
                  <a:pt x="918523" y="14696"/>
                  <a:pt x="918523" y="14696"/>
                  <a:pt x="915668" y="14696"/>
                </a:cubicBezTo>
                <a:cubicBezTo>
                  <a:pt x="915668" y="14696"/>
                  <a:pt x="915668" y="14696"/>
                  <a:pt x="915668" y="147675"/>
                </a:cubicBezTo>
                <a:cubicBezTo>
                  <a:pt x="915668" y="147675"/>
                  <a:pt x="915668" y="147675"/>
                  <a:pt x="904011" y="147675"/>
                </a:cubicBezTo>
                <a:cubicBezTo>
                  <a:pt x="904011" y="147675"/>
                  <a:pt x="904011" y="147675"/>
                  <a:pt x="904011" y="4266"/>
                </a:cubicBezTo>
                <a:close/>
                <a:moveTo>
                  <a:pt x="860714" y="4266"/>
                </a:moveTo>
                <a:cubicBezTo>
                  <a:pt x="860714" y="4266"/>
                  <a:pt x="860714" y="4266"/>
                  <a:pt x="872371" y="4266"/>
                </a:cubicBezTo>
                <a:cubicBezTo>
                  <a:pt x="872371" y="4266"/>
                  <a:pt x="872371" y="4266"/>
                  <a:pt x="872371" y="147675"/>
                </a:cubicBezTo>
                <a:cubicBezTo>
                  <a:pt x="872371" y="147675"/>
                  <a:pt x="872371" y="147675"/>
                  <a:pt x="860714" y="147675"/>
                </a:cubicBezTo>
                <a:close/>
                <a:moveTo>
                  <a:pt x="769837" y="4266"/>
                </a:moveTo>
                <a:cubicBezTo>
                  <a:pt x="769837" y="4266"/>
                  <a:pt x="769837" y="4266"/>
                  <a:pt x="781494" y="4266"/>
                </a:cubicBezTo>
                <a:lnTo>
                  <a:pt x="781494" y="137245"/>
                </a:lnTo>
                <a:cubicBezTo>
                  <a:pt x="781494" y="137245"/>
                  <a:pt x="781494" y="137245"/>
                  <a:pt x="847154" y="137245"/>
                </a:cubicBezTo>
                <a:cubicBezTo>
                  <a:pt x="847154" y="137245"/>
                  <a:pt x="847154" y="137245"/>
                  <a:pt x="847154" y="147675"/>
                </a:cubicBezTo>
                <a:cubicBezTo>
                  <a:pt x="847154" y="147675"/>
                  <a:pt x="847154" y="147675"/>
                  <a:pt x="769837" y="147675"/>
                </a:cubicBezTo>
                <a:cubicBezTo>
                  <a:pt x="769837" y="147675"/>
                  <a:pt x="769837" y="147675"/>
                  <a:pt x="769837" y="4266"/>
                </a:cubicBezTo>
                <a:close/>
                <a:moveTo>
                  <a:pt x="513859" y="4266"/>
                </a:moveTo>
                <a:cubicBezTo>
                  <a:pt x="513859" y="4266"/>
                  <a:pt x="513859" y="4266"/>
                  <a:pt x="546213" y="4266"/>
                </a:cubicBezTo>
                <a:lnTo>
                  <a:pt x="546213" y="119468"/>
                </a:lnTo>
                <a:cubicBezTo>
                  <a:pt x="546213" y="119468"/>
                  <a:pt x="546213" y="119468"/>
                  <a:pt x="602595" y="119468"/>
                </a:cubicBezTo>
                <a:cubicBezTo>
                  <a:pt x="602595" y="119468"/>
                  <a:pt x="602595" y="119468"/>
                  <a:pt x="602595" y="147675"/>
                </a:cubicBezTo>
                <a:cubicBezTo>
                  <a:pt x="602595" y="147675"/>
                  <a:pt x="602595" y="147675"/>
                  <a:pt x="513859" y="147675"/>
                </a:cubicBezTo>
                <a:cubicBezTo>
                  <a:pt x="513859" y="147675"/>
                  <a:pt x="513859" y="147675"/>
                  <a:pt x="513859" y="4266"/>
                </a:cubicBezTo>
                <a:close/>
                <a:moveTo>
                  <a:pt x="0" y="4266"/>
                </a:moveTo>
                <a:cubicBezTo>
                  <a:pt x="0" y="4266"/>
                  <a:pt x="0" y="4266"/>
                  <a:pt x="33068" y="4266"/>
                </a:cubicBezTo>
                <a:cubicBezTo>
                  <a:pt x="33068" y="4266"/>
                  <a:pt x="33068" y="4266"/>
                  <a:pt x="62091" y="119468"/>
                </a:cubicBezTo>
                <a:cubicBezTo>
                  <a:pt x="62091" y="119468"/>
                  <a:pt x="62091" y="119468"/>
                  <a:pt x="65184" y="119468"/>
                </a:cubicBezTo>
                <a:cubicBezTo>
                  <a:pt x="65184" y="119468"/>
                  <a:pt x="65184" y="119468"/>
                  <a:pt x="86357" y="8059"/>
                </a:cubicBezTo>
                <a:cubicBezTo>
                  <a:pt x="86357" y="8059"/>
                  <a:pt x="86357" y="8059"/>
                  <a:pt x="120138" y="8059"/>
                </a:cubicBezTo>
                <a:cubicBezTo>
                  <a:pt x="120138" y="8059"/>
                  <a:pt x="120138" y="8059"/>
                  <a:pt x="143690" y="119468"/>
                </a:cubicBezTo>
                <a:cubicBezTo>
                  <a:pt x="143690" y="119468"/>
                  <a:pt x="143690" y="119468"/>
                  <a:pt x="146069" y="119468"/>
                </a:cubicBezTo>
                <a:lnTo>
                  <a:pt x="171048" y="4266"/>
                </a:lnTo>
                <a:cubicBezTo>
                  <a:pt x="171048" y="4266"/>
                  <a:pt x="171048" y="4266"/>
                  <a:pt x="204354" y="4266"/>
                </a:cubicBezTo>
                <a:cubicBezTo>
                  <a:pt x="204354" y="4266"/>
                  <a:pt x="204354" y="4266"/>
                  <a:pt x="172714" y="147675"/>
                </a:cubicBezTo>
                <a:cubicBezTo>
                  <a:pt x="172714" y="147675"/>
                  <a:pt x="172714" y="147675"/>
                  <a:pt x="122279" y="147675"/>
                </a:cubicBezTo>
                <a:cubicBezTo>
                  <a:pt x="122279" y="147675"/>
                  <a:pt x="122279" y="147675"/>
                  <a:pt x="103010" y="60208"/>
                </a:cubicBezTo>
                <a:cubicBezTo>
                  <a:pt x="103010" y="60208"/>
                  <a:pt x="103010" y="60208"/>
                  <a:pt x="85167" y="147675"/>
                </a:cubicBezTo>
                <a:cubicBezTo>
                  <a:pt x="85167" y="147675"/>
                  <a:pt x="85167" y="147675"/>
                  <a:pt x="35685" y="147675"/>
                </a:cubicBezTo>
                <a:cubicBezTo>
                  <a:pt x="35685" y="147675"/>
                  <a:pt x="35685" y="147675"/>
                  <a:pt x="0" y="4266"/>
                </a:cubicBezTo>
                <a:close/>
                <a:moveTo>
                  <a:pt x="616155" y="3081"/>
                </a:moveTo>
                <a:cubicBezTo>
                  <a:pt x="669444" y="3081"/>
                  <a:pt x="669444" y="3081"/>
                  <a:pt x="669444" y="3081"/>
                </a:cubicBezTo>
                <a:cubicBezTo>
                  <a:pt x="692758" y="3081"/>
                  <a:pt x="712741" y="9244"/>
                  <a:pt x="728205" y="24178"/>
                </a:cubicBezTo>
                <a:cubicBezTo>
                  <a:pt x="741289" y="37215"/>
                  <a:pt x="747712" y="54993"/>
                  <a:pt x="747712" y="73482"/>
                </a:cubicBezTo>
                <a:cubicBezTo>
                  <a:pt x="747950" y="83675"/>
                  <a:pt x="746761" y="93630"/>
                  <a:pt x="742716" y="103349"/>
                </a:cubicBezTo>
                <a:cubicBezTo>
                  <a:pt x="736055" y="121127"/>
                  <a:pt x="722019" y="135112"/>
                  <a:pt x="703701" y="142460"/>
                </a:cubicBezTo>
                <a:cubicBezTo>
                  <a:pt x="693947" y="146490"/>
                  <a:pt x="682528" y="148386"/>
                  <a:pt x="669444" y="148386"/>
                </a:cubicBezTo>
                <a:cubicBezTo>
                  <a:pt x="616155" y="148386"/>
                  <a:pt x="616155" y="148386"/>
                  <a:pt x="616155" y="148386"/>
                </a:cubicBezTo>
                <a:cubicBezTo>
                  <a:pt x="616155" y="3081"/>
                  <a:pt x="616155" y="3081"/>
                  <a:pt x="616155" y="3081"/>
                </a:cubicBezTo>
                <a:close/>
                <a:moveTo>
                  <a:pt x="375403" y="3081"/>
                </a:moveTo>
                <a:cubicBezTo>
                  <a:pt x="432022" y="3081"/>
                  <a:pt x="432022" y="3081"/>
                  <a:pt x="432022" y="3081"/>
                </a:cubicBezTo>
                <a:cubicBezTo>
                  <a:pt x="452719" y="3318"/>
                  <a:pt x="472227" y="8059"/>
                  <a:pt x="483408" y="24652"/>
                </a:cubicBezTo>
                <a:cubicBezTo>
                  <a:pt x="488166" y="31763"/>
                  <a:pt x="490545" y="40533"/>
                  <a:pt x="490545" y="51200"/>
                </a:cubicBezTo>
                <a:cubicBezTo>
                  <a:pt x="491021" y="62104"/>
                  <a:pt x="488642" y="73245"/>
                  <a:pt x="483408" y="80830"/>
                </a:cubicBezTo>
                <a:cubicBezTo>
                  <a:pt x="478650" y="87704"/>
                  <a:pt x="471989" y="92919"/>
                  <a:pt x="463425" y="96238"/>
                </a:cubicBezTo>
                <a:cubicBezTo>
                  <a:pt x="500299" y="147675"/>
                  <a:pt x="500299" y="147675"/>
                  <a:pt x="500299" y="147675"/>
                </a:cubicBezTo>
                <a:cubicBezTo>
                  <a:pt x="462711" y="147675"/>
                  <a:pt x="462711" y="147675"/>
                  <a:pt x="462711" y="147675"/>
                </a:cubicBezTo>
                <a:cubicBezTo>
                  <a:pt x="432260" y="103349"/>
                  <a:pt x="432260" y="103349"/>
                  <a:pt x="432260" y="103349"/>
                </a:cubicBezTo>
                <a:cubicBezTo>
                  <a:pt x="431546" y="103349"/>
                  <a:pt x="408232" y="103349"/>
                  <a:pt x="407757" y="103349"/>
                </a:cubicBezTo>
                <a:cubicBezTo>
                  <a:pt x="407757" y="147675"/>
                  <a:pt x="407757" y="147675"/>
                  <a:pt x="407757" y="147675"/>
                </a:cubicBezTo>
                <a:cubicBezTo>
                  <a:pt x="375403" y="147675"/>
                  <a:pt x="375403" y="147675"/>
                  <a:pt x="375403" y="147675"/>
                </a:cubicBezTo>
                <a:cubicBezTo>
                  <a:pt x="375403" y="3081"/>
                  <a:pt x="375403" y="3081"/>
                  <a:pt x="375403" y="3081"/>
                </a:cubicBezTo>
                <a:close/>
                <a:moveTo>
                  <a:pt x="1320570" y="237"/>
                </a:moveTo>
                <a:cubicBezTo>
                  <a:pt x="1322473" y="2370"/>
                  <a:pt x="1324138" y="4740"/>
                  <a:pt x="1325804" y="6874"/>
                </a:cubicBezTo>
                <a:cubicBezTo>
                  <a:pt x="1336033" y="21333"/>
                  <a:pt x="1344835" y="36978"/>
                  <a:pt x="1352210" y="53808"/>
                </a:cubicBezTo>
                <a:cubicBezTo>
                  <a:pt x="1362440" y="33659"/>
                  <a:pt x="1374097" y="17066"/>
                  <a:pt x="1385278" y="4266"/>
                </a:cubicBezTo>
                <a:cubicBezTo>
                  <a:pt x="1388846" y="5214"/>
                  <a:pt x="1392415" y="6400"/>
                  <a:pt x="1395983" y="7822"/>
                </a:cubicBezTo>
                <a:cubicBezTo>
                  <a:pt x="1382899" y="22281"/>
                  <a:pt x="1368863" y="41719"/>
                  <a:pt x="1357444" y="67082"/>
                </a:cubicBezTo>
                <a:cubicBezTo>
                  <a:pt x="1363153" y="82252"/>
                  <a:pt x="1367674" y="98608"/>
                  <a:pt x="1371004" y="115201"/>
                </a:cubicBezTo>
                <a:cubicBezTo>
                  <a:pt x="1381234" y="73719"/>
                  <a:pt x="1400979" y="44326"/>
                  <a:pt x="1418584" y="25126"/>
                </a:cubicBezTo>
                <a:cubicBezTo>
                  <a:pt x="1419773" y="23467"/>
                  <a:pt x="1421200" y="22044"/>
                  <a:pt x="1422628" y="20859"/>
                </a:cubicBezTo>
                <a:cubicBezTo>
                  <a:pt x="1425483" y="22518"/>
                  <a:pt x="1428337" y="24415"/>
                  <a:pt x="1431192" y="26548"/>
                </a:cubicBezTo>
                <a:cubicBezTo>
                  <a:pt x="1429527" y="28207"/>
                  <a:pt x="1427862" y="30104"/>
                  <a:pt x="1426196" y="32000"/>
                </a:cubicBezTo>
                <a:cubicBezTo>
                  <a:pt x="1405737" y="54519"/>
                  <a:pt x="1381947" y="91971"/>
                  <a:pt x="1375524" y="147675"/>
                </a:cubicBezTo>
                <a:cubicBezTo>
                  <a:pt x="1375524" y="147675"/>
                  <a:pt x="1375524" y="147675"/>
                  <a:pt x="1353875" y="147675"/>
                </a:cubicBezTo>
                <a:cubicBezTo>
                  <a:pt x="1352210" y="131319"/>
                  <a:pt x="1349355" y="115438"/>
                  <a:pt x="1345311" y="100267"/>
                </a:cubicBezTo>
                <a:cubicBezTo>
                  <a:pt x="1341267" y="114727"/>
                  <a:pt x="1338174" y="130371"/>
                  <a:pt x="1336509" y="147675"/>
                </a:cubicBezTo>
                <a:cubicBezTo>
                  <a:pt x="1336509" y="147675"/>
                  <a:pt x="1336509" y="147675"/>
                  <a:pt x="1314147" y="147675"/>
                </a:cubicBezTo>
                <a:cubicBezTo>
                  <a:pt x="1308437" y="96712"/>
                  <a:pt x="1288216" y="52622"/>
                  <a:pt x="1259906" y="23941"/>
                </a:cubicBezTo>
                <a:cubicBezTo>
                  <a:pt x="1265853" y="19911"/>
                  <a:pt x="1272277" y="16118"/>
                  <a:pt x="1278938" y="13037"/>
                </a:cubicBezTo>
                <a:cubicBezTo>
                  <a:pt x="1283934" y="18489"/>
                  <a:pt x="1288692" y="24178"/>
                  <a:pt x="1293212" y="30578"/>
                </a:cubicBezTo>
                <a:cubicBezTo>
                  <a:pt x="1311054" y="54993"/>
                  <a:pt x="1323662" y="84623"/>
                  <a:pt x="1330799" y="116623"/>
                </a:cubicBezTo>
                <a:cubicBezTo>
                  <a:pt x="1333178" y="104534"/>
                  <a:pt x="1336509" y="93156"/>
                  <a:pt x="1340077" y="82726"/>
                </a:cubicBezTo>
                <a:cubicBezTo>
                  <a:pt x="1330086" y="52622"/>
                  <a:pt x="1315336" y="26311"/>
                  <a:pt x="1297494" y="5689"/>
                </a:cubicBezTo>
                <a:cubicBezTo>
                  <a:pt x="1304869" y="3318"/>
                  <a:pt x="1312719" y="1422"/>
                  <a:pt x="1320570" y="237"/>
                </a:cubicBezTo>
                <a:close/>
                <a:moveTo>
                  <a:pt x="281790" y="0"/>
                </a:moveTo>
                <a:cubicBezTo>
                  <a:pt x="293923" y="0"/>
                  <a:pt x="306055" y="2133"/>
                  <a:pt x="315214" y="6400"/>
                </a:cubicBezTo>
                <a:cubicBezTo>
                  <a:pt x="324730" y="10429"/>
                  <a:pt x="332819" y="16118"/>
                  <a:pt x="339242" y="23229"/>
                </a:cubicBezTo>
                <a:cubicBezTo>
                  <a:pt x="353040" y="37926"/>
                  <a:pt x="359701" y="58074"/>
                  <a:pt x="358750" y="77749"/>
                </a:cubicBezTo>
                <a:cubicBezTo>
                  <a:pt x="358512" y="105245"/>
                  <a:pt x="341859" y="132979"/>
                  <a:pt x="315928" y="144831"/>
                </a:cubicBezTo>
                <a:cubicBezTo>
                  <a:pt x="297372" y="153838"/>
                  <a:pt x="266445" y="153838"/>
                  <a:pt x="247889" y="144831"/>
                </a:cubicBezTo>
                <a:cubicBezTo>
                  <a:pt x="221721" y="132742"/>
                  <a:pt x="205306" y="105245"/>
                  <a:pt x="205068" y="77749"/>
                </a:cubicBezTo>
                <a:cubicBezTo>
                  <a:pt x="204592" y="67319"/>
                  <a:pt x="206019" y="57126"/>
                  <a:pt x="209826" y="46933"/>
                </a:cubicBezTo>
                <a:cubicBezTo>
                  <a:pt x="216487" y="28918"/>
                  <a:pt x="230285" y="14222"/>
                  <a:pt x="248365" y="6400"/>
                </a:cubicBezTo>
                <a:cubicBezTo>
                  <a:pt x="257524" y="2133"/>
                  <a:pt x="269657" y="0"/>
                  <a:pt x="281790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02_***Title 3 (JU-Free)">
            <a:extLst>
              <a:ext uri="{FF2B5EF4-FFF2-40B4-BE49-F238E27FC236}">
                <a16:creationId xmlns:a16="http://schemas.microsoft.com/office/drawing/2014/main" id="{919293FA-B413-DF4A-6AA5-820BB6F7EB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335" y="772853"/>
            <a:ext cx="3272518" cy="1837116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NL" sz="3200" b="1">
                <a:solidFill>
                  <a:schemeClr val="bg1"/>
                </a:solidFill>
              </a:defRPr>
            </a:lvl1pPr>
          </a:lstStyle>
          <a:p>
            <a:pPr marL="0" lvl="0">
              <a:lnSpc>
                <a:spcPct val="84000"/>
              </a:lnSpc>
            </a:pPr>
            <a:r>
              <a:rPr lang="fr-FR" dirty="0"/>
              <a:t>[</a:t>
            </a:r>
            <a:r>
              <a:rPr lang="fr-FR" dirty="0" err="1"/>
              <a:t>Thank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!]</a:t>
            </a:r>
            <a:endParaRPr lang="en-GB" dirty="0"/>
          </a:p>
        </p:txBody>
      </p:sp>
      <p:sp>
        <p:nvSpPr>
          <p:cNvPr id="12" name="03_Frame text 4 [PHJU] (JU-Free)">
            <a:extLst>
              <a:ext uri="{FF2B5EF4-FFF2-40B4-BE49-F238E27FC236}">
                <a16:creationId xmlns:a16="http://schemas.microsoft.com/office/drawing/2014/main" id="{8B6B6C16-CA34-92D6-EC8E-DCC055B790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354359" y="752970"/>
            <a:ext cx="2429640" cy="196926"/>
          </a:xfrm>
          <a:prstGeom prst="rect">
            <a:avLst/>
          </a:prstGeom>
        </p:spPr>
        <p:txBody>
          <a:bodyPr anchor="t"/>
          <a:lstStyle>
            <a:lvl1pPr marL="36000" indent="0" algn="r">
              <a:lnSpc>
                <a:spcPct val="100000"/>
              </a:lnSpc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2pPr>
            <a:lvl3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3pPr>
            <a:lvl4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4pPr>
            <a:lvl5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5pPr>
            <a:lvl6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6pPr>
            <a:lvl7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7pPr>
            <a:lvl8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8pPr>
            <a:lvl9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[For more information]</a:t>
            </a:r>
          </a:p>
        </p:txBody>
      </p:sp>
      <p:sp>
        <p:nvSpPr>
          <p:cNvPr id="13" name="04_Name 5 [PHJU] (JU-Free)">
            <a:extLst>
              <a:ext uri="{FF2B5EF4-FFF2-40B4-BE49-F238E27FC236}">
                <a16:creationId xmlns:a16="http://schemas.microsoft.com/office/drawing/2014/main" id="{384338B6-370A-17A9-8774-76E278C18B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354359" y="981570"/>
            <a:ext cx="2429640" cy="196920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[Name]</a:t>
            </a:r>
            <a:endParaRPr lang="en-GB" dirty="0"/>
          </a:p>
        </p:txBody>
      </p:sp>
      <p:sp>
        <p:nvSpPr>
          <p:cNvPr id="14" name="05_[Text] 6 [PHJU] (JU-Free)">
            <a:extLst>
              <a:ext uri="{FF2B5EF4-FFF2-40B4-BE49-F238E27FC236}">
                <a16:creationId xmlns:a16="http://schemas.microsoft.com/office/drawing/2014/main" id="{4C24D12C-EF95-67DC-EA63-87483B1DA3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354359" y="1262433"/>
            <a:ext cx="2429640" cy="1347536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800" b="0" kern="1200" cap="none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[Text]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3" name="Frame footer 1 (JU-Free)">
            <a:extLst>
              <a:ext uri="{FF2B5EF4-FFF2-40B4-BE49-F238E27FC236}">
                <a16:creationId xmlns:a16="http://schemas.microsoft.com/office/drawing/2014/main" id="{C12F8810-0B34-96EB-1DAA-82B0CD6AB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883335" y="4812834"/>
            <a:ext cx="3847934" cy="828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lnSpc>
                <a:spcPct val="80000"/>
              </a:lnSpc>
              <a:defRPr sz="6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TechForum eXplore 2025 Season - For Internal Use - © Worldline</a:t>
            </a:r>
            <a:endParaRPr lang="en-GB" noProof="1"/>
          </a:p>
        </p:txBody>
      </p:sp>
      <p:sp>
        <p:nvSpPr>
          <p:cNvPr id="4" name="Frame slide number 2 (JU-Free)">
            <a:extLst>
              <a:ext uri="{FF2B5EF4-FFF2-40B4-BE49-F238E27FC236}">
                <a16:creationId xmlns:a16="http://schemas.microsoft.com/office/drawing/2014/main" id="{8BCA1787-60E3-360E-9D92-059C2A9A3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670682" y="4899054"/>
            <a:ext cx="273240" cy="828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lnSpc>
                <a:spcPct val="80000"/>
              </a:lnSpc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/>
              <a:t> 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125AC4-C050-517C-2FD6-8BF4B696EA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01" y="4756540"/>
            <a:ext cx="1617205" cy="26740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52061F3-303E-5953-23FF-35854F3876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0245" y="4763031"/>
            <a:ext cx="1074297" cy="2674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BA6926-3054-DA98-39B5-E85E70C5BD1B}"/>
              </a:ext>
            </a:extLst>
          </p:cNvPr>
          <p:cNvSpPr txBox="1"/>
          <p:nvPr userDrawn="1"/>
        </p:nvSpPr>
        <p:spPr>
          <a:xfrm>
            <a:off x="2883333" y="2963574"/>
            <a:ext cx="5900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dirty="0" err="1">
                <a:solidFill>
                  <a:schemeClr val="bg1"/>
                </a:solidFill>
              </a:rPr>
              <a:t>TechForum</a:t>
            </a:r>
            <a:r>
              <a:rPr lang="fr-FR" sz="1800" dirty="0">
                <a:solidFill>
                  <a:schemeClr val="bg1"/>
                </a:solidFill>
              </a:rPr>
              <a:t> </a:t>
            </a:r>
            <a:r>
              <a:rPr lang="fr-FR" sz="1800" dirty="0" err="1">
                <a:solidFill>
                  <a:schemeClr val="bg1"/>
                </a:solidFill>
              </a:rPr>
              <a:t>eXplore</a:t>
            </a:r>
            <a:r>
              <a:rPr lang="fr-FR" sz="1800" dirty="0">
                <a:solidFill>
                  <a:schemeClr val="bg1"/>
                </a:solidFill>
              </a:rPr>
              <a:t> 2025 </a:t>
            </a:r>
            <a:r>
              <a:rPr lang="fr-FR" sz="1800" dirty="0" err="1">
                <a:solidFill>
                  <a:schemeClr val="bg1"/>
                </a:solidFill>
              </a:rPr>
              <a:t>is</a:t>
            </a:r>
            <a:r>
              <a:rPr lang="fr-FR" sz="1800" dirty="0">
                <a:solidFill>
                  <a:schemeClr val="bg1"/>
                </a:solidFill>
              </a:rPr>
              <a:t> </a:t>
            </a:r>
            <a:r>
              <a:rPr lang="fr-FR" sz="1800" dirty="0" err="1">
                <a:solidFill>
                  <a:schemeClr val="bg1"/>
                </a:solidFill>
              </a:rPr>
              <a:t>proudly</a:t>
            </a:r>
            <a:r>
              <a:rPr lang="fr-FR" sz="1800" dirty="0">
                <a:solidFill>
                  <a:schemeClr val="bg1"/>
                </a:solidFill>
              </a:rPr>
              <a:t> </a:t>
            </a:r>
            <a:r>
              <a:rPr lang="fr-FR" sz="1800" dirty="0" err="1">
                <a:solidFill>
                  <a:schemeClr val="bg1"/>
                </a:solidFill>
              </a:rPr>
              <a:t>supported</a:t>
            </a:r>
            <a:r>
              <a:rPr lang="fr-FR" sz="1800" dirty="0">
                <a:solidFill>
                  <a:schemeClr val="bg1"/>
                </a:solidFill>
              </a:rPr>
              <a:t> by</a:t>
            </a:r>
            <a:endParaRPr lang="en-GB" sz="1800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CD623B-823B-A8A7-23E6-71E6D013F234}"/>
              </a:ext>
            </a:extLst>
          </p:cNvPr>
          <p:cNvCxnSpPr>
            <a:cxnSpLocks/>
          </p:cNvCxnSpPr>
          <p:nvPr userDrawn="1"/>
        </p:nvCxnSpPr>
        <p:spPr>
          <a:xfrm>
            <a:off x="2883335" y="2845776"/>
            <a:ext cx="5900664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F4B1B9B-0954-FEE3-B8E5-A27345519529}"/>
              </a:ext>
            </a:extLst>
          </p:cNvPr>
          <p:cNvGrpSpPr/>
          <p:nvPr userDrawn="1"/>
        </p:nvGrpSpPr>
        <p:grpSpPr>
          <a:xfrm>
            <a:off x="3202137" y="3587098"/>
            <a:ext cx="5159820" cy="972688"/>
            <a:chOff x="2603861" y="3490369"/>
            <a:chExt cx="5654292" cy="1065901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BC45A46D-DA3C-2886-3EA4-9C76C1C259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95888" y="3490369"/>
              <a:ext cx="693184" cy="414998"/>
            </a:xfrm>
            <a:prstGeom prst="rect">
              <a:avLst/>
            </a:prstGeom>
          </p:spPr>
        </p:pic>
        <p:pic>
          <p:nvPicPr>
            <p:cNvPr id="21" name="Picture 20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CF0F31E0-1D0D-33AA-50BB-39811C250E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2754040" y="3490369"/>
              <a:ext cx="2189000" cy="386472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5A1C73D4-361A-95AE-57C0-13E6E0D002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943922" y="4056395"/>
              <a:ext cx="1456574" cy="312822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AE0E7E80-1DA2-DF2E-2FE0-5F436FE4AB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898956" y="3490369"/>
              <a:ext cx="1359197" cy="342883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A20E2B25-CFF4-D3C5-EDBF-7FA808EE3B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898956" y="4052052"/>
              <a:ext cx="1359197" cy="321508"/>
            </a:xfrm>
            <a:prstGeom prst="rect">
              <a:avLst/>
            </a:prstGeom>
          </p:spPr>
        </p:pic>
        <p:pic>
          <p:nvPicPr>
            <p:cNvPr id="29" name="Picture 28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F8EF2E0F-02E2-91D0-8FE4-52AC45C6DB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2603861" y="3898838"/>
              <a:ext cx="1751207" cy="6574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44130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customXml" Target="../../customXml/item33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 (JU-Free)"/>
          <p:cNvSpPr>
            <a:spLocks noGrp="1"/>
          </p:cNvSpPr>
          <p:nvPr>
            <p:ph type="title"/>
          </p:nvPr>
        </p:nvSpPr>
        <p:spPr bwMode="gray">
          <a:xfrm>
            <a:off x="360000" y="264240"/>
            <a:ext cx="8424000" cy="4712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noProof="1"/>
              <a:t>[Title]</a:t>
            </a:r>
            <a:br>
              <a:rPr lang="en-GB" noProof="1"/>
            </a:br>
            <a:endParaRPr lang="en-GB" noProof="1"/>
          </a:p>
        </p:txBody>
      </p:sp>
      <p:sp>
        <p:nvSpPr>
          <p:cNvPr id="20" name="Frame 4 {PHJU}">
            <a:extLst>
              <a:ext uri="{FF2B5EF4-FFF2-40B4-BE49-F238E27FC236}">
                <a16:creationId xmlns:a16="http://schemas.microsoft.com/office/drawing/2014/main" id="{659A7A68-A154-E371-B210-E97D09B0D6DC}"/>
              </a:ext>
            </a:extLst>
          </p:cNvPr>
          <p:cNvSpPr txBox="1">
            <a:spLocks noSelect="1"/>
          </p:cNvSpPr>
          <p:nvPr userDrawn="1">
            <p:custDataLst>
              <p:custData r:id="rId18"/>
            </p:custDataLst>
          </p:nvPr>
        </p:nvSpPr>
        <p:spPr bwMode="auto">
          <a:xfrm>
            <a:off x="359999" y="4809600"/>
            <a:ext cx="1494360" cy="155880"/>
          </a:xfrm>
          <a:custGeom>
            <a:avLst/>
            <a:gdLst>
              <a:gd name="T0" fmla="*/ 5356 w 6281"/>
              <a:gd name="T1" fmla="*/ 632 h 658"/>
              <a:gd name="T2" fmla="*/ 5299 w 6281"/>
              <a:gd name="T3" fmla="*/ 237 h 658"/>
              <a:gd name="T4" fmla="*/ 5188 w 6281"/>
              <a:gd name="T5" fmla="*/ 632 h 658"/>
              <a:gd name="T6" fmla="*/ 5122 w 6281"/>
              <a:gd name="T7" fmla="*/ 286 h 658"/>
              <a:gd name="T8" fmla="*/ 5042 w 6281"/>
              <a:gd name="T9" fmla="*/ 460 h 658"/>
              <a:gd name="T10" fmla="*/ 5980 w 6281"/>
              <a:gd name="T11" fmla="*/ 97 h 658"/>
              <a:gd name="T12" fmla="*/ 5706 w 6281"/>
              <a:gd name="T13" fmla="*/ 292 h 658"/>
              <a:gd name="T14" fmla="*/ 5684 w 6281"/>
              <a:gd name="T15" fmla="*/ 236 h 658"/>
              <a:gd name="T16" fmla="*/ 5454 w 6281"/>
              <a:gd name="T17" fmla="*/ 33 h 658"/>
              <a:gd name="T18" fmla="*/ 5436 w 6281"/>
              <a:gd name="T19" fmla="*/ 138 h 658"/>
              <a:gd name="T20" fmla="*/ 5524 w 6281"/>
              <a:gd name="T21" fmla="*/ 632 h 658"/>
              <a:gd name="T22" fmla="*/ 5691 w 6281"/>
              <a:gd name="T23" fmla="*/ 632 h 658"/>
              <a:gd name="T24" fmla="*/ 6016 w 6281"/>
              <a:gd name="T25" fmla="*/ 121 h 658"/>
              <a:gd name="T26" fmla="*/ 5902 w 6281"/>
              <a:gd name="T27" fmla="*/ 632 h 658"/>
              <a:gd name="T28" fmla="*/ 6135 w 6281"/>
              <a:gd name="T29" fmla="*/ 232 h 658"/>
              <a:gd name="T30" fmla="*/ 6224 w 6281"/>
              <a:gd name="T31" fmla="*/ 378 h 658"/>
              <a:gd name="T32" fmla="*/ 6272 w 6281"/>
              <a:gd name="T33" fmla="*/ 530 h 658"/>
              <a:gd name="T34" fmla="*/ 6272 w 6281"/>
              <a:gd name="T35" fmla="*/ 530 h 658"/>
              <a:gd name="T36" fmla="*/ 2160 w 6281"/>
              <a:gd name="T37" fmla="*/ 632 h 658"/>
              <a:gd name="T38" fmla="*/ 2296 w 6281"/>
              <a:gd name="T39" fmla="*/ 513 h 658"/>
              <a:gd name="T40" fmla="*/ 3236 w 6281"/>
              <a:gd name="T41" fmla="*/ 27 h 658"/>
              <a:gd name="T42" fmla="*/ 3561 w 6281"/>
              <a:gd name="T43" fmla="*/ 588 h 658"/>
              <a:gd name="T44" fmla="*/ 3618 w 6281"/>
              <a:gd name="T45" fmla="*/ 632 h 658"/>
              <a:gd name="T46" fmla="*/ 3618 w 6281"/>
              <a:gd name="T47" fmla="*/ 27 h 658"/>
              <a:gd name="T48" fmla="*/ 4729 w 6281"/>
              <a:gd name="T49" fmla="*/ 344 h 658"/>
              <a:gd name="T50" fmla="*/ 4462 w 6281"/>
              <a:gd name="T51" fmla="*/ 71 h 658"/>
              <a:gd name="T52" fmla="*/ 4413 w 6281"/>
              <a:gd name="T53" fmla="*/ 27 h 658"/>
              <a:gd name="T54" fmla="*/ 4759 w 6281"/>
              <a:gd name="T55" fmla="*/ 588 h 658"/>
              <a:gd name="T56" fmla="*/ 4249 w 6281"/>
              <a:gd name="T57" fmla="*/ 588 h 658"/>
              <a:gd name="T58" fmla="*/ 3800 w 6281"/>
              <a:gd name="T59" fmla="*/ 27 h 658"/>
              <a:gd name="T60" fmla="*/ 3849 w 6281"/>
              <a:gd name="T61" fmla="*/ 71 h 658"/>
              <a:gd name="T62" fmla="*/ 4298 w 6281"/>
              <a:gd name="T63" fmla="*/ 632 h 658"/>
              <a:gd name="T64" fmla="*/ 4249 w 6281"/>
              <a:gd name="T65" fmla="*/ 588 h 658"/>
              <a:gd name="T66" fmla="*/ 505 w 6281"/>
              <a:gd name="T67" fmla="*/ 43 h 658"/>
              <a:gd name="T68" fmla="*/ 261 w 6281"/>
              <a:gd name="T69" fmla="*/ 513 h 658"/>
              <a:gd name="T70" fmla="*/ 150 w 6281"/>
              <a:gd name="T71" fmla="*/ 632 h 658"/>
              <a:gd name="T72" fmla="*/ 514 w 6281"/>
              <a:gd name="T73" fmla="*/ 632 h 658"/>
              <a:gd name="T74" fmla="*/ 719 w 6281"/>
              <a:gd name="T75" fmla="*/ 27 h 658"/>
              <a:gd name="T76" fmla="*/ 3143 w 6281"/>
              <a:gd name="T77" fmla="*/ 319 h 658"/>
              <a:gd name="T78" fmla="*/ 2814 w 6281"/>
              <a:gd name="T79" fmla="*/ 635 h 658"/>
              <a:gd name="T80" fmla="*/ 2814 w 6281"/>
              <a:gd name="T81" fmla="*/ 22 h 658"/>
              <a:gd name="T82" fmla="*/ 2894 w 6281"/>
              <a:gd name="T83" fmla="*/ 152 h 658"/>
              <a:gd name="T84" fmla="*/ 2726 w 6281"/>
              <a:gd name="T85" fmla="*/ 516 h 658"/>
              <a:gd name="T86" fmla="*/ 2988 w 6281"/>
              <a:gd name="T87" fmla="*/ 410 h 658"/>
              <a:gd name="T88" fmla="*/ 1508 w 6281"/>
              <a:gd name="T89" fmla="*/ 337 h 658"/>
              <a:gd name="T90" fmla="*/ 862 w 6281"/>
              <a:gd name="T91" fmla="*/ 337 h 658"/>
              <a:gd name="T92" fmla="*/ 1325 w 6281"/>
              <a:gd name="T93" fmla="*/ 36 h 658"/>
              <a:gd name="T94" fmla="*/ 1185 w 6281"/>
              <a:gd name="T95" fmla="*/ 133 h 658"/>
              <a:gd name="T96" fmla="*/ 1367 w 6281"/>
              <a:gd name="T97" fmla="*/ 329 h 658"/>
              <a:gd name="T98" fmla="*/ 1945 w 6281"/>
              <a:gd name="T99" fmla="*/ 632 h 658"/>
              <a:gd name="T100" fmla="*/ 1714 w 6281"/>
              <a:gd name="T101" fmla="*/ 632 h 658"/>
              <a:gd name="T102" fmla="*/ 1816 w 6281"/>
              <a:gd name="T103" fmla="*/ 22 h 658"/>
              <a:gd name="T104" fmla="*/ 2032 w 6281"/>
              <a:gd name="T105" fmla="*/ 350 h 658"/>
              <a:gd name="T106" fmla="*/ 1874 w 6281"/>
              <a:gd name="T107" fmla="*/ 149 h 658"/>
              <a:gd name="T108" fmla="*/ 1714 w 6281"/>
              <a:gd name="T109" fmla="*/ 331 h 658"/>
              <a:gd name="T110" fmla="*/ 1908 w 6281"/>
              <a:gd name="T111" fmla="*/ 183 h 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281" h="658">
                <a:moveTo>
                  <a:pt x="5299" y="237"/>
                </a:moveTo>
                <a:cubicBezTo>
                  <a:pt x="5378" y="346"/>
                  <a:pt x="5429" y="483"/>
                  <a:pt x="5447" y="632"/>
                </a:cubicBezTo>
                <a:cubicBezTo>
                  <a:pt x="5356" y="632"/>
                  <a:pt x="5356" y="632"/>
                  <a:pt x="5356" y="632"/>
                </a:cubicBezTo>
                <a:cubicBezTo>
                  <a:pt x="5333" y="463"/>
                  <a:pt x="5265" y="318"/>
                  <a:pt x="5170" y="223"/>
                </a:cubicBezTo>
                <a:cubicBezTo>
                  <a:pt x="5189" y="200"/>
                  <a:pt x="5210" y="178"/>
                  <a:pt x="5233" y="158"/>
                </a:cubicBezTo>
                <a:cubicBezTo>
                  <a:pt x="5256" y="182"/>
                  <a:pt x="5279" y="208"/>
                  <a:pt x="5299" y="237"/>
                </a:cubicBezTo>
                <a:close/>
                <a:moveTo>
                  <a:pt x="5122" y="286"/>
                </a:moveTo>
                <a:cubicBezTo>
                  <a:pt x="5104" y="313"/>
                  <a:pt x="5089" y="341"/>
                  <a:pt x="5075" y="370"/>
                </a:cubicBezTo>
                <a:cubicBezTo>
                  <a:pt x="5130" y="438"/>
                  <a:pt x="5170" y="529"/>
                  <a:pt x="5188" y="632"/>
                </a:cubicBezTo>
                <a:cubicBezTo>
                  <a:pt x="5279" y="632"/>
                  <a:pt x="5279" y="632"/>
                  <a:pt x="5279" y="632"/>
                </a:cubicBezTo>
                <a:cubicBezTo>
                  <a:pt x="5262" y="521"/>
                  <a:pt x="5222" y="419"/>
                  <a:pt x="5163" y="336"/>
                </a:cubicBezTo>
                <a:cubicBezTo>
                  <a:pt x="5150" y="318"/>
                  <a:pt x="5136" y="302"/>
                  <a:pt x="5122" y="286"/>
                </a:cubicBezTo>
                <a:close/>
                <a:moveTo>
                  <a:pt x="5018" y="632"/>
                </a:moveTo>
                <a:cubicBezTo>
                  <a:pt x="5110" y="632"/>
                  <a:pt x="5110" y="632"/>
                  <a:pt x="5110" y="632"/>
                </a:cubicBezTo>
                <a:cubicBezTo>
                  <a:pt x="5097" y="569"/>
                  <a:pt x="5074" y="511"/>
                  <a:pt x="5042" y="460"/>
                </a:cubicBezTo>
                <a:cubicBezTo>
                  <a:pt x="5027" y="515"/>
                  <a:pt x="5018" y="572"/>
                  <a:pt x="5018" y="632"/>
                </a:cubicBezTo>
                <a:close/>
                <a:moveTo>
                  <a:pt x="6016" y="121"/>
                </a:moveTo>
                <a:cubicBezTo>
                  <a:pt x="6004" y="112"/>
                  <a:pt x="5992" y="104"/>
                  <a:pt x="5980" y="97"/>
                </a:cubicBezTo>
                <a:cubicBezTo>
                  <a:pt x="5974" y="102"/>
                  <a:pt x="5968" y="108"/>
                  <a:pt x="5963" y="115"/>
                </a:cubicBezTo>
                <a:cubicBezTo>
                  <a:pt x="5889" y="196"/>
                  <a:pt x="5806" y="320"/>
                  <a:pt x="5763" y="495"/>
                </a:cubicBezTo>
                <a:cubicBezTo>
                  <a:pt x="5749" y="425"/>
                  <a:pt x="5730" y="356"/>
                  <a:pt x="5706" y="292"/>
                </a:cubicBezTo>
                <a:cubicBezTo>
                  <a:pt x="5754" y="185"/>
                  <a:pt x="5813" y="103"/>
                  <a:pt x="5868" y="42"/>
                </a:cubicBezTo>
                <a:cubicBezTo>
                  <a:pt x="5853" y="36"/>
                  <a:pt x="5838" y="31"/>
                  <a:pt x="5823" y="27"/>
                </a:cubicBezTo>
                <a:cubicBezTo>
                  <a:pt x="5776" y="81"/>
                  <a:pt x="5727" y="151"/>
                  <a:pt x="5684" y="236"/>
                </a:cubicBezTo>
                <a:cubicBezTo>
                  <a:pt x="5653" y="165"/>
                  <a:pt x="5616" y="99"/>
                  <a:pt x="5573" y="38"/>
                </a:cubicBezTo>
                <a:cubicBezTo>
                  <a:pt x="5566" y="29"/>
                  <a:pt x="5559" y="19"/>
                  <a:pt x="5551" y="10"/>
                </a:cubicBezTo>
                <a:cubicBezTo>
                  <a:pt x="5518" y="15"/>
                  <a:pt x="5485" y="23"/>
                  <a:pt x="5454" y="33"/>
                </a:cubicBezTo>
                <a:cubicBezTo>
                  <a:pt x="5529" y="120"/>
                  <a:pt x="5591" y="231"/>
                  <a:pt x="5633" y="358"/>
                </a:cubicBezTo>
                <a:cubicBezTo>
                  <a:pt x="5618" y="402"/>
                  <a:pt x="5604" y="450"/>
                  <a:pt x="5594" y="501"/>
                </a:cubicBezTo>
                <a:cubicBezTo>
                  <a:pt x="5564" y="366"/>
                  <a:pt x="5511" y="241"/>
                  <a:pt x="5436" y="138"/>
                </a:cubicBezTo>
                <a:cubicBezTo>
                  <a:pt x="5417" y="111"/>
                  <a:pt x="5397" y="87"/>
                  <a:pt x="5376" y="64"/>
                </a:cubicBezTo>
                <a:cubicBezTo>
                  <a:pt x="5348" y="77"/>
                  <a:pt x="5321" y="93"/>
                  <a:pt x="5296" y="110"/>
                </a:cubicBezTo>
                <a:cubicBezTo>
                  <a:pt x="5415" y="231"/>
                  <a:pt x="5500" y="417"/>
                  <a:pt x="5524" y="632"/>
                </a:cubicBezTo>
                <a:cubicBezTo>
                  <a:pt x="5618" y="632"/>
                  <a:pt x="5618" y="632"/>
                  <a:pt x="5618" y="632"/>
                </a:cubicBezTo>
                <a:cubicBezTo>
                  <a:pt x="5625" y="559"/>
                  <a:pt x="5638" y="493"/>
                  <a:pt x="5655" y="432"/>
                </a:cubicBezTo>
                <a:cubicBezTo>
                  <a:pt x="5672" y="496"/>
                  <a:pt x="5684" y="563"/>
                  <a:pt x="5691" y="632"/>
                </a:cubicBezTo>
                <a:cubicBezTo>
                  <a:pt x="5782" y="632"/>
                  <a:pt x="5782" y="632"/>
                  <a:pt x="5782" y="632"/>
                </a:cubicBezTo>
                <a:cubicBezTo>
                  <a:pt x="5809" y="397"/>
                  <a:pt x="5909" y="239"/>
                  <a:pt x="5995" y="144"/>
                </a:cubicBezTo>
                <a:cubicBezTo>
                  <a:pt x="6002" y="136"/>
                  <a:pt x="6009" y="128"/>
                  <a:pt x="6016" y="121"/>
                </a:cubicBezTo>
                <a:close/>
                <a:moveTo>
                  <a:pt x="6135" y="232"/>
                </a:moveTo>
                <a:cubicBezTo>
                  <a:pt x="6126" y="221"/>
                  <a:pt x="6116" y="210"/>
                  <a:pt x="6106" y="199"/>
                </a:cubicBezTo>
                <a:cubicBezTo>
                  <a:pt x="6009" y="299"/>
                  <a:pt x="5928" y="443"/>
                  <a:pt x="5902" y="632"/>
                </a:cubicBezTo>
                <a:cubicBezTo>
                  <a:pt x="5946" y="632"/>
                  <a:pt x="5946" y="632"/>
                  <a:pt x="5946" y="632"/>
                </a:cubicBezTo>
                <a:cubicBezTo>
                  <a:pt x="5972" y="449"/>
                  <a:pt x="6052" y="324"/>
                  <a:pt x="6121" y="248"/>
                </a:cubicBezTo>
                <a:cubicBezTo>
                  <a:pt x="6125" y="242"/>
                  <a:pt x="6130" y="237"/>
                  <a:pt x="6135" y="232"/>
                </a:cubicBezTo>
                <a:close/>
                <a:moveTo>
                  <a:pt x="6067" y="632"/>
                </a:moveTo>
                <a:cubicBezTo>
                  <a:pt x="6111" y="632"/>
                  <a:pt x="6111" y="632"/>
                  <a:pt x="6111" y="632"/>
                </a:cubicBezTo>
                <a:cubicBezTo>
                  <a:pt x="6132" y="518"/>
                  <a:pt x="6179" y="435"/>
                  <a:pt x="6224" y="378"/>
                </a:cubicBezTo>
                <a:cubicBezTo>
                  <a:pt x="6218" y="363"/>
                  <a:pt x="6211" y="349"/>
                  <a:pt x="6203" y="335"/>
                </a:cubicBezTo>
                <a:cubicBezTo>
                  <a:pt x="6140" y="408"/>
                  <a:pt x="6088" y="508"/>
                  <a:pt x="6067" y="632"/>
                </a:cubicBezTo>
                <a:close/>
                <a:moveTo>
                  <a:pt x="6272" y="530"/>
                </a:moveTo>
                <a:cubicBezTo>
                  <a:pt x="6256" y="561"/>
                  <a:pt x="6243" y="595"/>
                  <a:pt x="6233" y="632"/>
                </a:cubicBezTo>
                <a:cubicBezTo>
                  <a:pt x="6281" y="632"/>
                  <a:pt x="6281" y="632"/>
                  <a:pt x="6281" y="632"/>
                </a:cubicBezTo>
                <a:cubicBezTo>
                  <a:pt x="6281" y="597"/>
                  <a:pt x="6278" y="563"/>
                  <a:pt x="6272" y="530"/>
                </a:cubicBezTo>
                <a:close/>
                <a:moveTo>
                  <a:pt x="2296" y="27"/>
                </a:moveTo>
                <a:cubicBezTo>
                  <a:pt x="2160" y="27"/>
                  <a:pt x="2160" y="27"/>
                  <a:pt x="2160" y="27"/>
                </a:cubicBezTo>
                <a:cubicBezTo>
                  <a:pt x="2160" y="632"/>
                  <a:pt x="2160" y="632"/>
                  <a:pt x="2160" y="632"/>
                </a:cubicBezTo>
                <a:cubicBezTo>
                  <a:pt x="2533" y="632"/>
                  <a:pt x="2533" y="632"/>
                  <a:pt x="2533" y="632"/>
                </a:cubicBezTo>
                <a:cubicBezTo>
                  <a:pt x="2533" y="513"/>
                  <a:pt x="2533" y="513"/>
                  <a:pt x="2533" y="513"/>
                </a:cubicBezTo>
                <a:cubicBezTo>
                  <a:pt x="2296" y="513"/>
                  <a:pt x="2296" y="513"/>
                  <a:pt x="2296" y="513"/>
                </a:cubicBezTo>
                <a:lnTo>
                  <a:pt x="2296" y="27"/>
                </a:lnTo>
                <a:close/>
                <a:moveTo>
                  <a:pt x="3285" y="27"/>
                </a:moveTo>
                <a:cubicBezTo>
                  <a:pt x="3236" y="27"/>
                  <a:pt x="3236" y="27"/>
                  <a:pt x="3236" y="27"/>
                </a:cubicBezTo>
                <a:cubicBezTo>
                  <a:pt x="3236" y="632"/>
                  <a:pt x="3236" y="632"/>
                  <a:pt x="3236" y="632"/>
                </a:cubicBezTo>
                <a:cubicBezTo>
                  <a:pt x="3561" y="632"/>
                  <a:pt x="3561" y="632"/>
                  <a:pt x="3561" y="632"/>
                </a:cubicBezTo>
                <a:cubicBezTo>
                  <a:pt x="3561" y="588"/>
                  <a:pt x="3561" y="588"/>
                  <a:pt x="3561" y="588"/>
                </a:cubicBezTo>
                <a:cubicBezTo>
                  <a:pt x="3285" y="588"/>
                  <a:pt x="3285" y="588"/>
                  <a:pt x="3285" y="588"/>
                </a:cubicBezTo>
                <a:lnTo>
                  <a:pt x="3285" y="27"/>
                </a:lnTo>
                <a:close/>
                <a:moveTo>
                  <a:pt x="3618" y="632"/>
                </a:moveTo>
                <a:cubicBezTo>
                  <a:pt x="3667" y="632"/>
                  <a:pt x="3667" y="632"/>
                  <a:pt x="3667" y="632"/>
                </a:cubicBezTo>
                <a:cubicBezTo>
                  <a:pt x="3667" y="27"/>
                  <a:pt x="3667" y="27"/>
                  <a:pt x="3667" y="27"/>
                </a:cubicBezTo>
                <a:cubicBezTo>
                  <a:pt x="3618" y="27"/>
                  <a:pt x="3618" y="27"/>
                  <a:pt x="3618" y="27"/>
                </a:cubicBezTo>
                <a:lnTo>
                  <a:pt x="3618" y="632"/>
                </a:lnTo>
                <a:close/>
                <a:moveTo>
                  <a:pt x="4462" y="344"/>
                </a:moveTo>
                <a:cubicBezTo>
                  <a:pt x="4729" y="344"/>
                  <a:pt x="4729" y="344"/>
                  <a:pt x="4729" y="344"/>
                </a:cubicBezTo>
                <a:cubicBezTo>
                  <a:pt x="4729" y="300"/>
                  <a:pt x="4729" y="300"/>
                  <a:pt x="4729" y="300"/>
                </a:cubicBezTo>
                <a:cubicBezTo>
                  <a:pt x="4462" y="300"/>
                  <a:pt x="4462" y="300"/>
                  <a:pt x="4462" y="300"/>
                </a:cubicBezTo>
                <a:cubicBezTo>
                  <a:pt x="4462" y="71"/>
                  <a:pt x="4462" y="71"/>
                  <a:pt x="4462" y="71"/>
                </a:cubicBezTo>
                <a:cubicBezTo>
                  <a:pt x="4749" y="71"/>
                  <a:pt x="4749" y="71"/>
                  <a:pt x="4749" y="71"/>
                </a:cubicBezTo>
                <a:cubicBezTo>
                  <a:pt x="4749" y="27"/>
                  <a:pt x="4749" y="27"/>
                  <a:pt x="4749" y="27"/>
                </a:cubicBezTo>
                <a:cubicBezTo>
                  <a:pt x="4413" y="27"/>
                  <a:pt x="4413" y="27"/>
                  <a:pt x="4413" y="27"/>
                </a:cubicBezTo>
                <a:cubicBezTo>
                  <a:pt x="4413" y="632"/>
                  <a:pt x="4413" y="632"/>
                  <a:pt x="4413" y="632"/>
                </a:cubicBezTo>
                <a:cubicBezTo>
                  <a:pt x="4759" y="632"/>
                  <a:pt x="4759" y="632"/>
                  <a:pt x="4759" y="632"/>
                </a:cubicBezTo>
                <a:cubicBezTo>
                  <a:pt x="4759" y="588"/>
                  <a:pt x="4759" y="588"/>
                  <a:pt x="4759" y="588"/>
                </a:cubicBezTo>
                <a:cubicBezTo>
                  <a:pt x="4462" y="588"/>
                  <a:pt x="4462" y="588"/>
                  <a:pt x="4462" y="588"/>
                </a:cubicBezTo>
                <a:lnTo>
                  <a:pt x="4462" y="344"/>
                </a:lnTo>
                <a:close/>
                <a:moveTo>
                  <a:pt x="4249" y="588"/>
                </a:moveTo>
                <a:cubicBezTo>
                  <a:pt x="4239" y="588"/>
                  <a:pt x="4239" y="588"/>
                  <a:pt x="4239" y="588"/>
                </a:cubicBezTo>
                <a:cubicBezTo>
                  <a:pt x="3888" y="27"/>
                  <a:pt x="3888" y="27"/>
                  <a:pt x="3888" y="27"/>
                </a:cubicBezTo>
                <a:cubicBezTo>
                  <a:pt x="3800" y="27"/>
                  <a:pt x="3800" y="27"/>
                  <a:pt x="3800" y="27"/>
                </a:cubicBezTo>
                <a:cubicBezTo>
                  <a:pt x="3800" y="632"/>
                  <a:pt x="3800" y="632"/>
                  <a:pt x="3800" y="632"/>
                </a:cubicBezTo>
                <a:cubicBezTo>
                  <a:pt x="3849" y="632"/>
                  <a:pt x="3849" y="632"/>
                  <a:pt x="3849" y="632"/>
                </a:cubicBezTo>
                <a:cubicBezTo>
                  <a:pt x="3849" y="71"/>
                  <a:pt x="3849" y="71"/>
                  <a:pt x="3849" y="71"/>
                </a:cubicBezTo>
                <a:cubicBezTo>
                  <a:pt x="3861" y="71"/>
                  <a:pt x="3861" y="71"/>
                  <a:pt x="3861" y="71"/>
                </a:cubicBezTo>
                <a:cubicBezTo>
                  <a:pt x="4211" y="632"/>
                  <a:pt x="4211" y="632"/>
                  <a:pt x="4211" y="632"/>
                </a:cubicBezTo>
                <a:cubicBezTo>
                  <a:pt x="4298" y="632"/>
                  <a:pt x="4298" y="632"/>
                  <a:pt x="4298" y="632"/>
                </a:cubicBezTo>
                <a:cubicBezTo>
                  <a:pt x="4298" y="27"/>
                  <a:pt x="4298" y="27"/>
                  <a:pt x="4298" y="27"/>
                </a:cubicBezTo>
                <a:cubicBezTo>
                  <a:pt x="4249" y="27"/>
                  <a:pt x="4249" y="27"/>
                  <a:pt x="4249" y="27"/>
                </a:cubicBezTo>
                <a:lnTo>
                  <a:pt x="4249" y="588"/>
                </a:lnTo>
                <a:close/>
                <a:moveTo>
                  <a:pt x="614" y="513"/>
                </a:moveTo>
                <a:cubicBezTo>
                  <a:pt x="604" y="513"/>
                  <a:pt x="604" y="513"/>
                  <a:pt x="604" y="513"/>
                </a:cubicBezTo>
                <a:cubicBezTo>
                  <a:pt x="505" y="43"/>
                  <a:pt x="505" y="43"/>
                  <a:pt x="505" y="43"/>
                </a:cubicBezTo>
                <a:cubicBezTo>
                  <a:pt x="363" y="43"/>
                  <a:pt x="363" y="43"/>
                  <a:pt x="363" y="43"/>
                </a:cubicBezTo>
                <a:cubicBezTo>
                  <a:pt x="274" y="513"/>
                  <a:pt x="274" y="513"/>
                  <a:pt x="274" y="513"/>
                </a:cubicBezTo>
                <a:cubicBezTo>
                  <a:pt x="261" y="513"/>
                  <a:pt x="261" y="513"/>
                  <a:pt x="261" y="513"/>
                </a:cubicBezTo>
                <a:cubicBezTo>
                  <a:pt x="139" y="27"/>
                  <a:pt x="139" y="27"/>
                  <a:pt x="139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150" y="632"/>
                  <a:pt x="150" y="632"/>
                  <a:pt x="150" y="632"/>
                </a:cubicBezTo>
                <a:cubicBezTo>
                  <a:pt x="358" y="632"/>
                  <a:pt x="358" y="632"/>
                  <a:pt x="358" y="632"/>
                </a:cubicBezTo>
                <a:cubicBezTo>
                  <a:pt x="433" y="263"/>
                  <a:pt x="433" y="263"/>
                  <a:pt x="433" y="263"/>
                </a:cubicBezTo>
                <a:cubicBezTo>
                  <a:pt x="514" y="632"/>
                  <a:pt x="514" y="632"/>
                  <a:pt x="514" y="632"/>
                </a:cubicBezTo>
                <a:cubicBezTo>
                  <a:pt x="726" y="632"/>
                  <a:pt x="726" y="632"/>
                  <a:pt x="726" y="632"/>
                </a:cubicBezTo>
                <a:cubicBezTo>
                  <a:pt x="859" y="27"/>
                  <a:pt x="859" y="27"/>
                  <a:pt x="859" y="27"/>
                </a:cubicBezTo>
                <a:cubicBezTo>
                  <a:pt x="719" y="27"/>
                  <a:pt x="719" y="27"/>
                  <a:pt x="719" y="27"/>
                </a:cubicBezTo>
                <a:lnTo>
                  <a:pt x="614" y="513"/>
                </a:lnTo>
                <a:close/>
                <a:moveTo>
                  <a:pt x="3061" y="111"/>
                </a:moveTo>
                <a:cubicBezTo>
                  <a:pt x="3116" y="166"/>
                  <a:pt x="3143" y="241"/>
                  <a:pt x="3143" y="319"/>
                </a:cubicBezTo>
                <a:cubicBezTo>
                  <a:pt x="3144" y="362"/>
                  <a:pt x="3139" y="404"/>
                  <a:pt x="3122" y="445"/>
                </a:cubicBezTo>
                <a:cubicBezTo>
                  <a:pt x="3094" y="520"/>
                  <a:pt x="3035" y="579"/>
                  <a:pt x="2958" y="610"/>
                </a:cubicBezTo>
                <a:cubicBezTo>
                  <a:pt x="2917" y="627"/>
                  <a:pt x="2869" y="635"/>
                  <a:pt x="2814" y="635"/>
                </a:cubicBezTo>
                <a:cubicBezTo>
                  <a:pt x="2590" y="635"/>
                  <a:pt x="2590" y="635"/>
                  <a:pt x="2590" y="635"/>
                </a:cubicBezTo>
                <a:cubicBezTo>
                  <a:pt x="2590" y="22"/>
                  <a:pt x="2590" y="22"/>
                  <a:pt x="2590" y="22"/>
                </a:cubicBezTo>
                <a:cubicBezTo>
                  <a:pt x="2814" y="22"/>
                  <a:pt x="2814" y="22"/>
                  <a:pt x="2814" y="22"/>
                </a:cubicBezTo>
                <a:cubicBezTo>
                  <a:pt x="2912" y="22"/>
                  <a:pt x="2996" y="48"/>
                  <a:pt x="3061" y="111"/>
                </a:cubicBezTo>
                <a:close/>
                <a:moveTo>
                  <a:pt x="2988" y="244"/>
                </a:moveTo>
                <a:cubicBezTo>
                  <a:pt x="2971" y="199"/>
                  <a:pt x="2939" y="168"/>
                  <a:pt x="2894" y="152"/>
                </a:cubicBezTo>
                <a:cubicBezTo>
                  <a:pt x="2872" y="145"/>
                  <a:pt x="2846" y="141"/>
                  <a:pt x="2817" y="141"/>
                </a:cubicBezTo>
                <a:cubicBezTo>
                  <a:pt x="2726" y="141"/>
                  <a:pt x="2726" y="141"/>
                  <a:pt x="2726" y="141"/>
                </a:cubicBezTo>
                <a:cubicBezTo>
                  <a:pt x="2726" y="516"/>
                  <a:pt x="2726" y="516"/>
                  <a:pt x="2726" y="516"/>
                </a:cubicBezTo>
                <a:cubicBezTo>
                  <a:pt x="2817" y="516"/>
                  <a:pt x="2817" y="516"/>
                  <a:pt x="2817" y="516"/>
                </a:cubicBezTo>
                <a:cubicBezTo>
                  <a:pt x="2846" y="516"/>
                  <a:pt x="2872" y="512"/>
                  <a:pt x="2894" y="504"/>
                </a:cubicBezTo>
                <a:cubicBezTo>
                  <a:pt x="2939" y="487"/>
                  <a:pt x="2971" y="455"/>
                  <a:pt x="2988" y="410"/>
                </a:cubicBezTo>
                <a:cubicBezTo>
                  <a:pt x="3006" y="362"/>
                  <a:pt x="3005" y="291"/>
                  <a:pt x="2988" y="244"/>
                </a:cubicBezTo>
                <a:close/>
                <a:moveTo>
                  <a:pt x="1426" y="107"/>
                </a:moveTo>
                <a:cubicBezTo>
                  <a:pt x="1484" y="169"/>
                  <a:pt x="1512" y="254"/>
                  <a:pt x="1508" y="337"/>
                </a:cubicBezTo>
                <a:cubicBezTo>
                  <a:pt x="1507" y="453"/>
                  <a:pt x="1437" y="570"/>
                  <a:pt x="1328" y="620"/>
                </a:cubicBezTo>
                <a:cubicBezTo>
                  <a:pt x="1250" y="658"/>
                  <a:pt x="1120" y="658"/>
                  <a:pt x="1042" y="620"/>
                </a:cubicBezTo>
                <a:cubicBezTo>
                  <a:pt x="932" y="569"/>
                  <a:pt x="863" y="453"/>
                  <a:pt x="862" y="337"/>
                </a:cubicBezTo>
                <a:cubicBezTo>
                  <a:pt x="860" y="293"/>
                  <a:pt x="866" y="250"/>
                  <a:pt x="882" y="207"/>
                </a:cubicBezTo>
                <a:cubicBezTo>
                  <a:pt x="910" y="131"/>
                  <a:pt x="968" y="69"/>
                  <a:pt x="1044" y="36"/>
                </a:cubicBezTo>
                <a:cubicBezTo>
                  <a:pt x="1121" y="0"/>
                  <a:pt x="1248" y="0"/>
                  <a:pt x="1325" y="36"/>
                </a:cubicBezTo>
                <a:cubicBezTo>
                  <a:pt x="1365" y="53"/>
                  <a:pt x="1399" y="77"/>
                  <a:pt x="1426" y="107"/>
                </a:cubicBezTo>
                <a:close/>
                <a:moveTo>
                  <a:pt x="1367" y="329"/>
                </a:moveTo>
                <a:cubicBezTo>
                  <a:pt x="1367" y="203"/>
                  <a:pt x="1286" y="133"/>
                  <a:pt x="1185" y="133"/>
                </a:cubicBezTo>
                <a:cubicBezTo>
                  <a:pt x="1066" y="133"/>
                  <a:pt x="1004" y="220"/>
                  <a:pt x="1004" y="329"/>
                </a:cubicBezTo>
                <a:cubicBezTo>
                  <a:pt x="1004" y="434"/>
                  <a:pt x="1070" y="525"/>
                  <a:pt x="1185" y="525"/>
                </a:cubicBezTo>
                <a:cubicBezTo>
                  <a:pt x="1299" y="525"/>
                  <a:pt x="1367" y="435"/>
                  <a:pt x="1367" y="329"/>
                </a:cubicBezTo>
                <a:close/>
                <a:moveTo>
                  <a:pt x="1948" y="415"/>
                </a:moveTo>
                <a:cubicBezTo>
                  <a:pt x="2103" y="632"/>
                  <a:pt x="2103" y="632"/>
                  <a:pt x="2103" y="632"/>
                </a:cubicBezTo>
                <a:cubicBezTo>
                  <a:pt x="1945" y="632"/>
                  <a:pt x="1945" y="632"/>
                  <a:pt x="1945" y="632"/>
                </a:cubicBezTo>
                <a:cubicBezTo>
                  <a:pt x="1817" y="445"/>
                  <a:pt x="1817" y="445"/>
                  <a:pt x="1817" y="445"/>
                </a:cubicBezTo>
                <a:cubicBezTo>
                  <a:pt x="1814" y="445"/>
                  <a:pt x="1716" y="445"/>
                  <a:pt x="1714" y="445"/>
                </a:cubicBezTo>
                <a:cubicBezTo>
                  <a:pt x="1714" y="632"/>
                  <a:pt x="1714" y="632"/>
                  <a:pt x="1714" y="632"/>
                </a:cubicBezTo>
                <a:cubicBezTo>
                  <a:pt x="1578" y="632"/>
                  <a:pt x="1578" y="632"/>
                  <a:pt x="1578" y="632"/>
                </a:cubicBezTo>
                <a:cubicBezTo>
                  <a:pt x="1578" y="22"/>
                  <a:pt x="1578" y="22"/>
                  <a:pt x="1578" y="22"/>
                </a:cubicBezTo>
                <a:cubicBezTo>
                  <a:pt x="1816" y="22"/>
                  <a:pt x="1816" y="22"/>
                  <a:pt x="1816" y="22"/>
                </a:cubicBezTo>
                <a:cubicBezTo>
                  <a:pt x="1903" y="23"/>
                  <a:pt x="1985" y="43"/>
                  <a:pt x="2032" y="113"/>
                </a:cubicBezTo>
                <a:cubicBezTo>
                  <a:pt x="2052" y="143"/>
                  <a:pt x="2062" y="180"/>
                  <a:pt x="2062" y="225"/>
                </a:cubicBezTo>
                <a:cubicBezTo>
                  <a:pt x="2064" y="271"/>
                  <a:pt x="2054" y="318"/>
                  <a:pt x="2032" y="350"/>
                </a:cubicBezTo>
                <a:cubicBezTo>
                  <a:pt x="2012" y="379"/>
                  <a:pt x="1984" y="401"/>
                  <a:pt x="1948" y="415"/>
                </a:cubicBezTo>
                <a:close/>
                <a:moveTo>
                  <a:pt x="1908" y="183"/>
                </a:moveTo>
                <a:cubicBezTo>
                  <a:pt x="1900" y="168"/>
                  <a:pt x="1888" y="157"/>
                  <a:pt x="1874" y="149"/>
                </a:cubicBezTo>
                <a:cubicBezTo>
                  <a:pt x="1860" y="141"/>
                  <a:pt x="1842" y="141"/>
                  <a:pt x="1823" y="141"/>
                </a:cubicBezTo>
                <a:cubicBezTo>
                  <a:pt x="1714" y="141"/>
                  <a:pt x="1714" y="141"/>
                  <a:pt x="1714" y="141"/>
                </a:cubicBezTo>
                <a:cubicBezTo>
                  <a:pt x="1714" y="331"/>
                  <a:pt x="1714" y="331"/>
                  <a:pt x="1714" y="331"/>
                </a:cubicBezTo>
                <a:cubicBezTo>
                  <a:pt x="1823" y="331"/>
                  <a:pt x="1823" y="331"/>
                  <a:pt x="1823" y="331"/>
                </a:cubicBezTo>
                <a:cubicBezTo>
                  <a:pt x="1860" y="331"/>
                  <a:pt x="1890" y="316"/>
                  <a:pt x="1908" y="285"/>
                </a:cubicBezTo>
                <a:cubicBezTo>
                  <a:pt x="1925" y="257"/>
                  <a:pt x="1924" y="211"/>
                  <a:pt x="1908" y="183"/>
                </a:cubicBezTo>
                <a:close/>
              </a:path>
            </a:pathLst>
          </a:custGeom>
          <a:solidFill>
            <a:srgbClr val="000000"/>
          </a:solidFill>
          <a:ln w="0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/>
              </a:buClr>
              <a:buFontTx/>
              <a:buNone/>
              <a:defRPr sz="330" b="1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91600" indent="-1044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8000" indent="-72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800" b="0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itchFamily="34" charset="0"/>
              <a:buNone/>
              <a:defRPr sz="1500" b="1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b="0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916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b="0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648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800" b="0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800" b="0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 sz="1200" b="0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Placeholder 5 (JU-Free)">
            <a:extLst>
              <a:ext uri="{FF2B5EF4-FFF2-40B4-BE49-F238E27FC236}">
                <a16:creationId xmlns:a16="http://schemas.microsoft.com/office/drawing/2014/main" id="{5E767A01-E411-D632-6947-DE1080180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371600"/>
            <a:ext cx="8424000" cy="32529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JU-LEVEL1=Bullet list 1st level</a:t>
            </a:r>
          </a:p>
          <a:p>
            <a:pPr lvl="1"/>
            <a:r>
              <a:rPr lang="en-GB"/>
              <a:t>JU-LEVEL2=Bullet list 2nd level</a:t>
            </a:r>
          </a:p>
          <a:p>
            <a:pPr lvl="2"/>
            <a:r>
              <a:rPr lang="en-GB"/>
              <a:t>JU-LEVEL3=Bullet list 3rd level</a:t>
            </a:r>
          </a:p>
          <a:p>
            <a:pPr lvl="3"/>
            <a:r>
              <a:rPr lang="en-GB"/>
              <a:t>JU-LEVEL4=Numbered list 1st level</a:t>
            </a:r>
          </a:p>
          <a:p>
            <a:pPr lvl="4"/>
            <a:r>
              <a:rPr lang="en-GB"/>
              <a:t>JU-LEVEL5=Numbered list 2nd level</a:t>
            </a:r>
          </a:p>
          <a:p>
            <a:pPr lvl="5"/>
            <a:r>
              <a:rPr lang="en-GB"/>
              <a:t>JU-LEVEL6=Numbered list 3rd level</a:t>
            </a:r>
          </a:p>
          <a:p>
            <a:pPr lvl="6"/>
            <a:r>
              <a:rPr lang="en-GB"/>
              <a:t>JU-LEVEL7=Bodytext</a:t>
            </a:r>
          </a:p>
          <a:p>
            <a:pPr lvl="7"/>
            <a:r>
              <a:rPr lang="en-GB"/>
              <a:t>JU-LEVEL8=Heading</a:t>
            </a:r>
          </a:p>
          <a:p>
            <a:pPr lvl="8"/>
            <a:r>
              <a:rPr lang="en-GB"/>
              <a:t>JU-LEVEL9=Indent 1st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991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70" r:id="rId2"/>
    <p:sldLayoutId id="2147483863" r:id="rId3"/>
    <p:sldLayoutId id="2147483871" r:id="rId4"/>
    <p:sldLayoutId id="2147483751" r:id="rId5"/>
    <p:sldLayoutId id="2147483782" r:id="rId6"/>
    <p:sldLayoutId id="2147483876" r:id="rId7"/>
    <p:sldLayoutId id="2147483877" r:id="rId8"/>
    <p:sldLayoutId id="2147483844" r:id="rId9"/>
    <p:sldLayoutId id="2147483874" r:id="rId10"/>
    <p:sldLayoutId id="2147483852" r:id="rId11"/>
    <p:sldLayoutId id="2147483875" r:id="rId12"/>
    <p:sldLayoutId id="2147483872" r:id="rId13"/>
    <p:sldLayoutId id="2147483873" r:id="rId14"/>
    <p:sldLayoutId id="2147483791" r:id="rId15"/>
    <p:sldLayoutId id="2147483939" r:id="rId16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0" kern="1200" cap="none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1200" b="0" kern="1200" cap="none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1200" b="0" kern="1200" cap="none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1200" b="0" kern="1200" cap="none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+mj-lt"/>
        <a:buAutoNum type="arabicPeriod"/>
        <a:defRPr sz="1200" b="0" kern="1200" cap="none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+mj-lt"/>
        <a:buAutoNum type="arabicPeriod"/>
        <a:defRPr sz="1200" b="0" kern="1200" cap="none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4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+mj-lt"/>
        <a:buAutoNum type="arabicPeriod"/>
        <a:defRPr sz="1200" b="0" kern="1200" cap="none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b="0" kern="1200" cap="none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b="1" kern="1200" cap="none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180000" indent="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b="0" kern="1200" cap="none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GB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6" userDrawn="1">
          <p15:clr>
            <a:srgbClr val="46BEAA"/>
          </p15:clr>
        </p15:guide>
        <p15:guide id="2" orient="horz" pos="169" userDrawn="1">
          <p15:clr>
            <a:srgbClr val="46BEAA"/>
          </p15:clr>
        </p15:guide>
        <p15:guide id="4" pos="5539" userDrawn="1">
          <p15:clr>
            <a:srgbClr val="46BEAA"/>
          </p15:clr>
        </p15:guide>
        <p15:guide id="6" orient="horz" pos="2913" userDrawn="1">
          <p15:clr>
            <a:srgbClr val="46BEAA"/>
          </p15:clr>
        </p15:guide>
        <p15:guide id="10" orient="horz" pos="3127" userDrawn="1">
          <p15:clr>
            <a:srgbClr val="46BEAA"/>
          </p15:clr>
        </p15:guide>
        <p15:guide id="11" orient="horz" pos="864" userDrawn="1">
          <p15:clr>
            <a:srgbClr val="46BEAA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raud-detection-handbook.github.io/fraud-detection-handboo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CDBE22-CB0C-A980-22E6-68BB352D7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kern="1400" spc="-5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Fraud detection </a:t>
            </a:r>
            <a:br>
              <a:rPr lang="en-US" kern="1400" spc="-5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kern="1400" spc="-5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credit card transactions </a:t>
            </a:r>
            <a:br>
              <a:rPr lang="en-US" kern="1400" spc="-5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kern="1400" spc="-5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machine learning (with python)</a:t>
            </a:r>
            <a:br>
              <a:rPr lang="en-BE" sz="1800" kern="1400" spc="-5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br>
              <a:rPr lang="en-GB" dirty="0"/>
            </a:br>
            <a:br>
              <a:rPr lang="en-GB" dirty="0"/>
            </a:br>
            <a:r>
              <a:rPr lang="en-GB" sz="1600" dirty="0"/>
              <a:t>By Franck Benault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franck.Benault@gmail.com</a:t>
            </a:r>
          </a:p>
        </p:txBody>
      </p:sp>
    </p:spTree>
    <p:extLst>
      <p:ext uri="{BB962C8B-B14F-4D97-AF65-F5344CB8AC3E}">
        <p14:creationId xmlns:p14="http://schemas.microsoft.com/office/powerpoint/2010/main" val="55959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B6AF-1665-3BA5-6DE3-919AB849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676D-A684-C856-CFA8-5313C6BF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64BCEF-848B-D9D4-B912-BB0206CE9E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Context :</a:t>
            </a:r>
          </a:p>
          <a:p>
            <a:r>
              <a:rPr lang="en-GB" dirty="0"/>
              <a:t>Payment four corners model</a:t>
            </a:r>
          </a:p>
        </p:txBody>
      </p:sp>
      <p:pic>
        <p:nvPicPr>
          <p:cNvPr id="3" name="Picture 2" descr="undefined">
            <a:extLst>
              <a:ext uri="{FF2B5EF4-FFF2-40B4-BE49-F238E27FC236}">
                <a16:creationId xmlns:a16="http://schemas.microsoft.com/office/drawing/2014/main" id="{5145EC5A-69AA-183F-BE47-5381E903A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276" y="264240"/>
            <a:ext cx="6359784" cy="47701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550C1A2A-F5C7-6143-F0ED-77515CB50148}"/>
              </a:ext>
            </a:extLst>
          </p:cNvPr>
          <p:cNvSpPr/>
          <p:nvPr/>
        </p:nvSpPr>
        <p:spPr>
          <a:xfrm>
            <a:off x="1563076" y="2440225"/>
            <a:ext cx="1789723" cy="586154"/>
          </a:xfrm>
          <a:prstGeom prst="rightArrow">
            <a:avLst/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400" dirty="0">
              <a:solidFill>
                <a:srgbClr val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63590D-4D3B-2DD3-B8CD-25AF90ECA57F}"/>
              </a:ext>
            </a:extLst>
          </p:cNvPr>
          <p:cNvSpPr/>
          <p:nvPr/>
        </p:nvSpPr>
        <p:spPr>
          <a:xfrm>
            <a:off x="531445" y="1827891"/>
            <a:ext cx="1396293" cy="586154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>
                <a:solidFill>
                  <a:srgbClr val="000000"/>
                </a:solidFill>
              </a:rPr>
              <a:t>Issuing</a:t>
            </a:r>
            <a:r>
              <a:rPr lang="fr-BE" dirty="0">
                <a:solidFill>
                  <a:srgbClr val="000000"/>
                </a:solidFill>
              </a:rPr>
              <a:t> </a:t>
            </a:r>
            <a:r>
              <a:rPr lang="fr-BE" dirty="0" err="1">
                <a:solidFill>
                  <a:srgbClr val="000000"/>
                </a:solidFill>
              </a:rPr>
              <a:t>side</a:t>
            </a:r>
            <a:endParaRPr lang="en-BE" dirty="0">
              <a:solidFill>
                <a:srgbClr val="000000"/>
              </a:solidFill>
            </a:endParaRPr>
          </a:p>
        </p:txBody>
      </p:sp>
      <p:pic>
        <p:nvPicPr>
          <p:cNvPr id="6" name="Picture 2" descr="The importance of context">
            <a:extLst>
              <a:ext uri="{FF2B5EF4-FFF2-40B4-BE49-F238E27FC236}">
                <a16:creationId xmlns:a16="http://schemas.microsoft.com/office/drawing/2014/main" id="{71D02DD5-3C20-07C4-8B55-FEF870735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62" y="3406535"/>
            <a:ext cx="1609858" cy="1101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08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B6AF-1665-3BA5-6DE3-919AB849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676D-A684-C856-CFA8-5313C6BF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64BCEF-848B-D9D4-B912-BB0206CE9E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Context : Machine Learning Supervised learning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2CAB07-9AFF-B3EB-C772-DAA25B6619A7}"/>
              </a:ext>
            </a:extLst>
          </p:cNvPr>
          <p:cNvSpPr>
            <a:spLocks noGrp="1"/>
          </p:cNvSpPr>
          <p:nvPr>
            <p:ph type="body" sz="quarter" idx="1029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FFFFFF"/>
                </a:solidFill>
              </a:rPr>
              <a:t>Fraud detection may mean a lot of things</a:t>
            </a:r>
          </a:p>
          <a:p>
            <a:r>
              <a:rPr lang="en-GB" sz="2400" dirty="0">
                <a:solidFill>
                  <a:srgbClr val="FFFFFF"/>
                </a:solidFill>
              </a:rPr>
              <a:t>Here I speak about </a:t>
            </a:r>
            <a:r>
              <a:rPr lang="en-GB" sz="2400" b="1" u="sng" dirty="0">
                <a:solidFill>
                  <a:srgbClr val="FFFFFF"/>
                </a:solidFill>
              </a:rPr>
              <a:t>Supervised Learning</a:t>
            </a:r>
          </a:p>
          <a:p>
            <a:pPr lvl="1"/>
            <a:r>
              <a:rPr lang="en-GB" sz="2400" b="1" u="sng" dirty="0">
                <a:solidFill>
                  <a:srgbClr val="FFFFFF"/>
                </a:solidFill>
              </a:rPr>
              <a:t>Simple two classes “Genuine or Fraudulent”</a:t>
            </a:r>
          </a:p>
          <a:p>
            <a:r>
              <a:rPr lang="en-GB" sz="2400" dirty="0">
                <a:solidFill>
                  <a:srgbClr val="FFFFFF"/>
                </a:solidFill>
              </a:rPr>
              <a:t>The card schemes (Visa Mastercard) send “fraudulent” status with a delay (few days or weeks) </a:t>
            </a:r>
          </a:p>
          <a:p>
            <a:r>
              <a:rPr lang="en-GB" sz="2400" dirty="0">
                <a:solidFill>
                  <a:srgbClr val="FFFFFF"/>
                </a:solidFill>
              </a:rPr>
              <a:t>I won’t speak about </a:t>
            </a:r>
            <a:r>
              <a:rPr lang="en-GB" sz="2400" strike="sngStrike" dirty="0">
                <a:solidFill>
                  <a:srgbClr val="FFFFFF"/>
                </a:solidFill>
              </a:rPr>
              <a:t>Anomaly detection (detection unknown fraud patterns)</a:t>
            </a:r>
            <a:endParaRPr lang="en-GB" sz="2400" dirty="0">
              <a:solidFill>
                <a:srgbClr val="FFFFFF"/>
              </a:solidFill>
            </a:endParaRPr>
          </a:p>
          <a:p>
            <a:endParaRPr lang="en-GB" sz="2000" dirty="0"/>
          </a:p>
          <a:p>
            <a:endParaRPr lang="en-GB" dirty="0"/>
          </a:p>
        </p:txBody>
      </p:sp>
      <p:pic>
        <p:nvPicPr>
          <p:cNvPr id="2050" name="Picture 2" descr="The importance of context">
            <a:extLst>
              <a:ext uri="{FF2B5EF4-FFF2-40B4-BE49-F238E27FC236}">
                <a16:creationId xmlns:a16="http://schemas.microsoft.com/office/drawing/2014/main" id="{9E15BEE4-ADD1-ADA9-8594-62170226C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420" y="413243"/>
            <a:ext cx="1609858" cy="1101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397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B6AF-1665-3BA5-6DE3-919AB849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676D-A684-C856-CFA8-5313C6BF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64BCEF-848B-D9D4-B912-BB0206CE9E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Challenge : No data available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2CAB07-9AFF-B3EB-C772-DAA25B6619A7}"/>
              </a:ext>
            </a:extLst>
          </p:cNvPr>
          <p:cNvSpPr>
            <a:spLocks noGrp="1"/>
          </p:cNvSpPr>
          <p:nvPr>
            <p:ph type="body" sz="quarter" idx="1029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There is no public data available really convincing </a:t>
            </a:r>
          </a:p>
          <a:p>
            <a:pPr lvl="1"/>
            <a:r>
              <a:rPr lang="en-GB" sz="2400" dirty="0">
                <a:solidFill>
                  <a:srgbClr val="000000"/>
                </a:solidFill>
              </a:rPr>
              <a:t>Kaggle example  (old, fraud rate quite high, only one day)</a:t>
            </a:r>
          </a:p>
          <a:p>
            <a:pPr lvl="1"/>
            <a:r>
              <a:rPr lang="en-GB" sz="2400" dirty="0">
                <a:solidFill>
                  <a:srgbClr val="000000"/>
                </a:solidFill>
              </a:rPr>
              <a:t>Data used here “Project reproductible Machine Learning for credit card fraud detection”</a:t>
            </a:r>
          </a:p>
          <a:p>
            <a:pPr lvl="2"/>
            <a:r>
              <a:rPr lang="en-GB" sz="2400" dirty="0">
                <a:solidFill>
                  <a:srgbClr val="000000"/>
                </a:solidFill>
              </a:rPr>
              <a:t>Not perfect</a:t>
            </a:r>
          </a:p>
          <a:p>
            <a:pPr lvl="2"/>
            <a:r>
              <a:rPr lang="en-GB" sz="2400" dirty="0">
                <a:solidFill>
                  <a:srgbClr val="000000"/>
                </a:solidFill>
              </a:rPr>
              <a:t>Used for this presentation</a:t>
            </a:r>
            <a:endParaRPr lang="en-GB" sz="2000" dirty="0"/>
          </a:p>
          <a:p>
            <a:endParaRPr lang="en-GB" dirty="0"/>
          </a:p>
        </p:txBody>
      </p:sp>
      <p:pic>
        <p:nvPicPr>
          <p:cNvPr id="3074" name="Picture 2" descr="Challenge Vector Art, Icons, and Graphics for Free Download">
            <a:extLst>
              <a:ext uri="{FF2B5EF4-FFF2-40B4-BE49-F238E27FC236}">
                <a16:creationId xmlns:a16="http://schemas.microsoft.com/office/drawing/2014/main" id="{42217E21-A09B-0E88-CCA2-4662B9AAA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464" y="170199"/>
            <a:ext cx="1859774" cy="113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85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B6AF-1665-3BA5-6DE3-919AB849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676D-A684-C856-CFA8-5313C6BF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64BCEF-848B-D9D4-B912-BB0206CE9E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Challenge : Severe/extreme imbalanced data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2CAB07-9AFF-B3EB-C772-DAA25B6619A7}"/>
              </a:ext>
            </a:extLst>
          </p:cNvPr>
          <p:cNvSpPr>
            <a:spLocks noGrp="1"/>
          </p:cNvSpPr>
          <p:nvPr>
            <p:ph type="body" sz="quarter" idx="1029"/>
          </p:nvPr>
        </p:nvSpPr>
        <p:spPr/>
        <p:txBody>
          <a:bodyPr/>
          <a:lstStyle/>
          <a:p>
            <a:r>
              <a:rPr lang="en-GB" sz="2400" dirty="0"/>
              <a:t>IR = Imbalance Ratio</a:t>
            </a:r>
          </a:p>
          <a:p>
            <a:r>
              <a:rPr lang="en-GB" sz="2400" dirty="0"/>
              <a:t>IR = Majority class / Minority class</a:t>
            </a:r>
          </a:p>
          <a:p>
            <a:r>
              <a:rPr lang="en-GB" sz="2400" dirty="0"/>
              <a:t>IR &gt;=1</a:t>
            </a:r>
          </a:p>
          <a:p>
            <a:r>
              <a:rPr lang="en-GB" sz="2400" dirty="0"/>
              <a:t>IR credit approval around 3</a:t>
            </a:r>
          </a:p>
          <a:p>
            <a:r>
              <a:rPr lang="en-GB" sz="2400" dirty="0"/>
              <a:t>IR bank churn around 4</a:t>
            </a:r>
          </a:p>
          <a:p>
            <a:endParaRPr lang="en-GB" sz="2400" dirty="0"/>
          </a:p>
          <a:p>
            <a:r>
              <a:rPr lang="en-GB" sz="2400" dirty="0"/>
              <a:t>IR credit card fraud &gt;= 800</a:t>
            </a:r>
          </a:p>
          <a:p>
            <a:r>
              <a:rPr lang="en-GB" sz="2400" dirty="0"/>
              <a:t>Fraud analysts speak more about “</a:t>
            </a:r>
            <a:r>
              <a:rPr lang="en-GB" sz="2400" b="1" dirty="0"/>
              <a:t>fraud rate</a:t>
            </a:r>
            <a:r>
              <a:rPr lang="en-GB" sz="2400" dirty="0"/>
              <a:t>” (around 0,1%)</a:t>
            </a:r>
          </a:p>
          <a:p>
            <a:endParaRPr lang="en-GB" sz="2400" dirty="0"/>
          </a:p>
          <a:p>
            <a:pPr marL="0" indent="0">
              <a:buNone/>
            </a:pPr>
            <a:endParaRPr lang="en-GB" sz="2000" dirty="0"/>
          </a:p>
          <a:p>
            <a:endParaRPr lang="en-GB" dirty="0"/>
          </a:p>
        </p:txBody>
      </p:sp>
      <p:pic>
        <p:nvPicPr>
          <p:cNvPr id="3" name="Picture 2" descr="Challenge Vector Art, Icons, and Graphics for Free Download">
            <a:extLst>
              <a:ext uri="{FF2B5EF4-FFF2-40B4-BE49-F238E27FC236}">
                <a16:creationId xmlns:a16="http://schemas.microsoft.com/office/drawing/2014/main" id="{141B5C56-DAD2-433C-1459-992C1E8D8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464" y="170199"/>
            <a:ext cx="1859774" cy="113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147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B6AF-1665-3BA5-6DE3-919AB849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676D-A684-C856-CFA8-5313C6BF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64BCEF-848B-D9D4-B912-BB0206CE9E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Challenge : The transaction data alone is not enough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2CAB07-9AFF-B3EB-C772-DAA25B6619A7}"/>
              </a:ext>
            </a:extLst>
          </p:cNvPr>
          <p:cNvSpPr>
            <a:spLocks noGrp="1"/>
          </p:cNvSpPr>
          <p:nvPr>
            <p:ph type="body" sz="quarter" idx="1029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400" dirty="0"/>
              <a:t>Document from Olivier Caelen [A1]</a:t>
            </a:r>
          </a:p>
          <a:p>
            <a:endParaRPr lang="en-GB" sz="2400" dirty="0"/>
          </a:p>
          <a:p>
            <a:r>
              <a:rPr lang="en-GB" sz="2400" dirty="0"/>
              <a:t>Now there is the fraud score from Visa and Mastercard</a:t>
            </a:r>
          </a:p>
          <a:p>
            <a:pPr lvl="1"/>
            <a:r>
              <a:rPr lang="en-GB" sz="2400" dirty="0">
                <a:solidFill>
                  <a:srgbClr val="000000"/>
                </a:solidFill>
              </a:rPr>
              <a:t>Present in the transaction (real time score ?)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r>
              <a:rPr lang="en-GB" sz="2400" dirty="0"/>
              <a:t>Fraud detection needs a “kind of memory”</a:t>
            </a:r>
          </a:p>
          <a:p>
            <a:pPr lvl="1"/>
            <a:r>
              <a:rPr lang="en-GB" sz="2000" dirty="0">
                <a:solidFill>
                  <a:srgbClr val="000000"/>
                </a:solidFill>
              </a:rPr>
              <a:t>Here it is set in the input data</a:t>
            </a:r>
          </a:p>
          <a:p>
            <a:pPr lvl="2"/>
            <a:r>
              <a:rPr lang="en-GB" sz="2000" dirty="0">
                <a:solidFill>
                  <a:srgbClr val="000000"/>
                </a:solidFill>
              </a:rPr>
              <a:t>Card holder profile</a:t>
            </a:r>
          </a:p>
          <a:p>
            <a:pPr lvl="2"/>
            <a:r>
              <a:rPr lang="en-GB" sz="2000" dirty="0">
                <a:solidFill>
                  <a:srgbClr val="000000"/>
                </a:solidFill>
              </a:rPr>
              <a:t>Card holder statistics</a:t>
            </a:r>
          </a:p>
          <a:p>
            <a:pPr lvl="2"/>
            <a:r>
              <a:rPr lang="en-GB" sz="2000" dirty="0">
                <a:solidFill>
                  <a:srgbClr val="000000"/>
                </a:solidFill>
              </a:rPr>
              <a:t>Transactions distance</a:t>
            </a:r>
          </a:p>
          <a:p>
            <a:pPr lvl="1"/>
            <a:r>
              <a:rPr lang="en-GB" sz="2000" dirty="0">
                <a:solidFill>
                  <a:srgbClr val="000000"/>
                </a:solidFill>
              </a:rPr>
              <a:t>Impact on the real time</a:t>
            </a:r>
          </a:p>
          <a:p>
            <a:endParaRPr lang="en-GB" dirty="0"/>
          </a:p>
        </p:txBody>
      </p:sp>
      <p:pic>
        <p:nvPicPr>
          <p:cNvPr id="3" name="Picture 2" descr="Challenge Vector Art, Icons, and Graphics for Free Download">
            <a:extLst>
              <a:ext uri="{FF2B5EF4-FFF2-40B4-BE49-F238E27FC236}">
                <a16:creationId xmlns:a16="http://schemas.microsoft.com/office/drawing/2014/main" id="{5CA929AD-D19B-57C4-C302-BE27BDB74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464" y="170199"/>
            <a:ext cx="1859774" cy="113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20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9C679-C9E6-F40F-D1B2-CFD6C5C24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63AB4-73D2-7E8C-85BA-6623161CD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E92475-71AC-1267-9DC7-0E18E58AA0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Simple algorithms : Decision tree, and ensemble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A7D97F-E3AB-0AF7-D641-AD71C7BB592D}"/>
              </a:ext>
            </a:extLst>
          </p:cNvPr>
          <p:cNvSpPr>
            <a:spLocks noGrp="1"/>
          </p:cNvSpPr>
          <p:nvPr>
            <p:ph type="body" sz="quarter" idx="1029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Decision Tree </a:t>
            </a:r>
          </a:p>
          <a:p>
            <a:pPr marL="702900" lvl="1" indent="-342900"/>
            <a:r>
              <a:rPr lang="en-GB" sz="2400" dirty="0"/>
              <a:t>risk overfitting when the tree becomes too depth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Ensemble = Several trees </a:t>
            </a:r>
          </a:p>
          <a:p>
            <a:pPr marL="702900" lvl="1" indent="-342900"/>
            <a:r>
              <a:rPr lang="en-GB" sz="2400" dirty="0"/>
              <a:t>Bagging :several parallel tree</a:t>
            </a:r>
          </a:p>
          <a:p>
            <a:pPr marL="702900" lvl="1" indent="-342900"/>
            <a:r>
              <a:rPr lang="en-GB" sz="2400" dirty="0"/>
              <a:t>Boosting :a tree tries to fix the error done by the previous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3" name="Picture 2" descr="Challenge Vector Art, Icons, and Graphics for Free Download">
            <a:extLst>
              <a:ext uri="{FF2B5EF4-FFF2-40B4-BE49-F238E27FC236}">
                <a16:creationId xmlns:a16="http://schemas.microsoft.com/office/drawing/2014/main" id="{B47AF84B-6553-D519-7EF2-23171766A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464" y="170199"/>
            <a:ext cx="1859774" cy="113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950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576A6-3FD2-5D7A-EC6A-653658FF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C2C1-C1E6-1AD8-8F06-80A75CDB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741403-EE2E-B1C0-66BD-87999AB2B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Decision Tree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BBE9C3-E004-CCE2-6A80-B47E53031724}"/>
              </a:ext>
            </a:extLst>
          </p:cNvPr>
          <p:cNvSpPr>
            <a:spLocks noGrp="1"/>
          </p:cNvSpPr>
          <p:nvPr>
            <p:ph type="body" sz="quarter" idx="1029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 </a:t>
            </a:r>
          </a:p>
        </p:txBody>
      </p:sp>
      <p:pic>
        <p:nvPicPr>
          <p:cNvPr id="3" name="Picture 2" descr="Challenge Vector Art, Icons, and Graphics for Free Download">
            <a:extLst>
              <a:ext uri="{FF2B5EF4-FFF2-40B4-BE49-F238E27FC236}">
                <a16:creationId xmlns:a16="http://schemas.microsoft.com/office/drawing/2014/main" id="{F2872747-00E3-AB57-3102-A0F677DE5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464" y="170199"/>
            <a:ext cx="1859774" cy="113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7BC9C74-8621-D223-D7F8-B56B03EA74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549690"/>
              </p:ext>
            </p:extLst>
          </p:nvPr>
        </p:nvGraphicFramePr>
        <p:xfrm>
          <a:off x="294215" y="1612578"/>
          <a:ext cx="8555570" cy="3014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638595" imgH="4801737" progId="">
                  <p:embed/>
                </p:oleObj>
              </mc:Choice>
              <mc:Fallback>
                <p:oleObj r:id="rId4" imgW="13638595" imgH="4801737" progId="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7BC9C74-8621-D223-D7F8-B56B03EA74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4215" y="1612578"/>
                        <a:ext cx="8555570" cy="3014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8419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E9941-00BB-F3A2-A7AD-4EDF3653E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902B2-915E-642E-34C0-561EB1227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09D3EF-82CC-8A21-DB62-F54F48E70F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Ensemble : bagging / boosting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CA64B8B-D4C0-E994-82D9-B5BAB3611EC1}"/>
              </a:ext>
            </a:extLst>
          </p:cNvPr>
          <p:cNvSpPr>
            <a:spLocks noGrp="1"/>
          </p:cNvSpPr>
          <p:nvPr>
            <p:ph type="body" sz="quarter" idx="1029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 </a:t>
            </a:r>
          </a:p>
        </p:txBody>
      </p:sp>
      <p:pic>
        <p:nvPicPr>
          <p:cNvPr id="3" name="Picture 2" descr="Challenge Vector Art, Icons, and Graphics for Free Download">
            <a:extLst>
              <a:ext uri="{FF2B5EF4-FFF2-40B4-BE49-F238E27FC236}">
                <a16:creationId xmlns:a16="http://schemas.microsoft.com/office/drawing/2014/main" id="{66347268-854F-E98A-64CB-864D48A3E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464" y="170199"/>
            <a:ext cx="1859774" cy="113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8848B64-9F2E-92B4-1EBE-E3DA3C34E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72" y="1065173"/>
            <a:ext cx="6955692" cy="391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96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B6AF-1665-3BA5-6DE3-919AB849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676D-A684-C856-CFA8-5313C6BF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64BCEF-848B-D9D4-B912-BB0206CE9E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Time for a demo with </a:t>
            </a:r>
            <a:r>
              <a:rPr lang="en-GB" dirty="0" err="1"/>
              <a:t>Jupyter</a:t>
            </a:r>
            <a:r>
              <a:rPr lang="en-GB" dirty="0"/>
              <a:t> Notebooks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2CAB07-9AFF-B3EB-C772-DAA25B6619A7}"/>
              </a:ext>
            </a:extLst>
          </p:cNvPr>
          <p:cNvSpPr>
            <a:spLocks noGrp="1"/>
          </p:cNvSpPr>
          <p:nvPr>
            <p:ph type="body" sz="quarter" idx="1029"/>
          </p:nvPr>
        </p:nvSpPr>
        <p:spPr/>
        <p:txBody>
          <a:bodyPr/>
          <a:lstStyle/>
          <a:p>
            <a:r>
              <a:rPr lang="en-GB" sz="2400" dirty="0"/>
              <a:t>….</a:t>
            </a:r>
            <a:endParaRPr lang="en-GB" sz="2400" dirty="0">
              <a:solidFill>
                <a:schemeClr val="bg1"/>
              </a:solidFill>
            </a:endParaRPr>
          </a:p>
          <a:p>
            <a:endParaRPr lang="en-GB" sz="2400" dirty="0"/>
          </a:p>
          <a:p>
            <a:endParaRPr lang="en-GB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4466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B6AF-1665-3BA5-6DE3-919AB849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676D-A684-C856-CFA8-5313C6BF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64BCEF-848B-D9D4-B912-BB0206CE9E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Results / conclusion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2CAB07-9AFF-B3EB-C772-DAA25B6619A7}"/>
              </a:ext>
            </a:extLst>
          </p:cNvPr>
          <p:cNvSpPr>
            <a:spLocks noGrp="1"/>
          </p:cNvSpPr>
          <p:nvPr>
            <p:ph type="body" sz="quarter" idx="1029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Too early to give you any conclusions</a:t>
            </a:r>
          </a:p>
          <a:p>
            <a:r>
              <a:rPr lang="en-GB" sz="2400" dirty="0"/>
              <a:t>	Binary classification should be simple</a:t>
            </a:r>
          </a:p>
          <a:p>
            <a:r>
              <a:rPr lang="en-GB" sz="2400" dirty="0"/>
              <a:t>	The imbalance of the data </a:t>
            </a:r>
            <a:r>
              <a:rPr lang="en-GB" sz="2400"/>
              <a:t>makes difficult</a:t>
            </a:r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endParaRPr lang="en-GB" sz="2000" dirty="0"/>
          </a:p>
          <a:p>
            <a:endParaRPr lang="en-GB" dirty="0"/>
          </a:p>
        </p:txBody>
      </p:sp>
      <p:pic>
        <p:nvPicPr>
          <p:cNvPr id="3" name="Picture 2" descr="Challenge Vector Art, Icons, and Graphics for Free Download">
            <a:extLst>
              <a:ext uri="{FF2B5EF4-FFF2-40B4-BE49-F238E27FC236}">
                <a16:creationId xmlns:a16="http://schemas.microsoft.com/office/drawing/2014/main" id="{141B5C56-DAD2-433C-1459-992C1E8D8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464" y="170199"/>
            <a:ext cx="1859774" cy="113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234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70BEA-CE04-72D1-3253-7B16430E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380D47-B068-2352-5FEC-D5C3B53E4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BDBCEF-5F39-4A84-0BCD-A46E4E1420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Questions </a:t>
            </a:r>
          </a:p>
        </p:txBody>
      </p:sp>
      <p:pic>
        <p:nvPicPr>
          <p:cNvPr id="1026" name="Picture 2" descr="Questions: Why Do They Matter? | Faculty Focus">
            <a:extLst>
              <a:ext uri="{FF2B5EF4-FFF2-40B4-BE49-F238E27FC236}">
                <a16:creationId xmlns:a16="http://schemas.microsoft.com/office/drawing/2014/main" id="{E97EFCC8-1938-41B7-BCD4-7F259DA8F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390161"/>
            <a:ext cx="60960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61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44ED3-F2BF-2966-0B2F-D141D15A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59197-B050-EE10-0436-F069BC36A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1AB3D13-0670-57BA-3D1D-023FE3C14B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Links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5FBF28-9C1B-B62D-6E3E-DC49DE617EF8}"/>
              </a:ext>
            </a:extLst>
          </p:cNvPr>
          <p:cNvSpPr>
            <a:spLocks noGrp="1"/>
          </p:cNvSpPr>
          <p:nvPr>
            <p:ph type="body" sz="quarter" idx="1029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Learned lessons in credit card fraud detection from a practitioner perspective (Olivier Caelen) </a:t>
            </a:r>
          </a:p>
          <a:p>
            <a:pPr marL="702900" lvl="1" indent="-342900"/>
            <a:r>
              <a:rPr lang="en-US" sz="2400" dirty="0"/>
              <a:t>https://euro.ecom.cmu.edu/resources/elibrary/epay/1-s2.0-S095741741400089X-main.pdf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Kaggle credit card transactions </a:t>
            </a:r>
          </a:p>
          <a:p>
            <a:pPr marL="702900" lvl="1" indent="-342900"/>
            <a:r>
              <a:rPr lang="en-US" sz="2400" dirty="0"/>
              <a:t>https://www.kaggle.com/datasets/mlg-ulb/creditcardfraud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Reproducible Machine Learning for Credit Card Fraud detection - Practical handbook </a:t>
            </a:r>
          </a:p>
          <a:p>
            <a:pPr marL="702900" lvl="1" indent="-342900"/>
            <a:r>
              <a:rPr lang="en-US" sz="2400" dirty="0">
                <a:hlinkClick r:id="rId3"/>
              </a:rPr>
              <a:t>https://fraud-detection-handbook.github.io/fraud-detection-handbook</a:t>
            </a:r>
            <a:endParaRPr lang="en-US" sz="2400" dirty="0"/>
          </a:p>
          <a:p>
            <a:pPr marL="702900" lvl="1" indent="-342900"/>
            <a:endParaRPr lang="en-US" sz="2400" dirty="0"/>
          </a:p>
          <a:p>
            <a:endParaRPr lang="en-GB" dirty="0"/>
          </a:p>
        </p:txBody>
      </p:sp>
      <p:pic>
        <p:nvPicPr>
          <p:cNvPr id="3" name="Picture 2" descr="Challenge Vector Art, Icons, and Graphics for Free Download">
            <a:extLst>
              <a:ext uri="{FF2B5EF4-FFF2-40B4-BE49-F238E27FC236}">
                <a16:creationId xmlns:a16="http://schemas.microsoft.com/office/drawing/2014/main" id="{D9B502ED-231B-10D5-6609-F76122B9F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464" y="170199"/>
            <a:ext cx="1859774" cy="113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7187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UTAG_EINDMACROS_PRESERVEGUIDES" val="1"/>
</p:tagLst>
</file>

<file path=ppt/theme/theme1.xml><?xml version="1.0" encoding="utf-8"?>
<a:theme xmlns:a="http://schemas.openxmlformats.org/drawingml/2006/main" name="Worldline Corporate Identity">
  <a:themeElements>
    <a:clrScheme name="Colors Worldline - PP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6BEAA"/>
      </a:accent1>
      <a:accent2>
        <a:srgbClr val="277777"/>
      </a:accent2>
      <a:accent3>
        <a:srgbClr val="41B4D2"/>
      </a:accent3>
      <a:accent4>
        <a:srgbClr val="F08791"/>
      </a:accent4>
      <a:accent5>
        <a:srgbClr val="FFEB78"/>
      </a:accent5>
      <a:accent6>
        <a:srgbClr val="005A8C"/>
      </a:accent6>
      <a:hlink>
        <a:srgbClr val="000000"/>
      </a:hlink>
      <a:folHlink>
        <a:srgbClr val="000000"/>
      </a:folHlink>
    </a:clrScheme>
    <a:fontScheme name="Fonts Worldline">
      <a:majorFont>
        <a:latin typeface="Aria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/>
        </a:defPPr>
      </a:lstStyle>
    </a:txDef>
  </a:objectDefaults>
  <a:extraClrSchemeLst/>
  <a:custClrLst>
    <a:custClr name="Master Mint (main)">
      <a:srgbClr val="46BEAA"/>
    </a:custClr>
    <a:custClr name="Perfect Pepper (main)">
      <a:srgbClr val="000000"/>
    </a:custClr>
    <a:custClr name="Cool Coconut (main)"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Master Mint (opacity)">
      <a:srgbClr val="A0DCD2"/>
    </a:custClr>
    <a:custClr name="Perfect Pepper (opacity)">
      <a:srgbClr val="7F7F7F"/>
    </a:custClr>
    <a:custClr name="Cool Coconut (opacity)">
      <a:srgbClr val="FFFFFF"/>
    </a:custClr>
    <a:custClr name="Sure Sage (secondary)">
      <a:srgbClr val="277777"/>
    </a:custClr>
    <a:custClr name="Blue Blueberry (secondary)">
      <a:srgbClr val="41B4D2"/>
    </a:custClr>
    <a:custClr name="Reliable Rhubarb (secondary)">
      <a:srgbClr val="F08791"/>
    </a:custClr>
    <a:custClr name="Lucky Lemon (secondary)">
      <a:srgbClr val="FFEB78"/>
    </a:custClr>
    <a:custClr name="Friendly Fig (secondary)">
      <a:srgbClr val="005A8C"/>
    </a:custClr>
    <a:custClr name="Groovy Grape (secondary)">
      <a:srgbClr val="7850B4"/>
    </a:custClr>
    <a:custClr name="Offbeat Orange (secondary)">
      <a:srgbClr val="E15A46"/>
    </a:custClr>
    <a:custClr>
      <a:srgbClr val="FFFFFF"/>
    </a:custClr>
    <a:custClr>
      <a:srgbClr val="FFFFFF"/>
    </a:custClr>
    <a:custClr>
      <a:srgbClr val="FFFFFF"/>
    </a:custClr>
    <a:custClr name="Sure Sage (opacity)">
      <a:srgbClr val="91B9B9"/>
    </a:custClr>
    <a:custClr name="Blue Blueberry (opacity)">
      <a:srgbClr val="A0D7E6"/>
    </a:custClr>
    <a:custClr name="Reliable Rhubarb (opacity)">
      <a:srgbClr val="F5C3C8"/>
    </a:custClr>
    <a:custClr name="Lucky Lemon (opacity)">
      <a:srgbClr val="FFF5B9"/>
    </a:custClr>
    <a:custClr name="Friendly Fig (opacity)">
      <a:srgbClr val="7DAAC3"/>
    </a:custClr>
    <a:custClr name="Groovy Grape (opacity)">
      <a:srgbClr val="B9A5D7"/>
    </a:custClr>
    <a:custClr name="Offbeat Orange (opacity)">
      <a:srgbClr val="F0AAA0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Toolbox Worldline.potx" id="{03A19120-6C6F-4B29-B61E-F08AD2EAE29C}" vid="{16E66A0F-E2D5-4B70-B789-D1DF7F94393C}"/>
    </a:ext>
  </a:extLst>
</a:theme>
</file>

<file path=ppt/theme/theme2.xml><?xml version="1.0" encoding="utf-8"?>
<a:theme xmlns:a="http://schemas.openxmlformats.org/drawingml/2006/main" name="Office-thema">
  <a:themeElements>
    <a:clrScheme name="Notes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6BEAA"/>
      </a:accent1>
      <a:accent2>
        <a:srgbClr val="277777"/>
      </a:accent2>
      <a:accent3>
        <a:srgbClr val="41B4D2"/>
      </a:accent3>
      <a:accent4>
        <a:srgbClr val="F08791"/>
      </a:accent4>
      <a:accent5>
        <a:srgbClr val="FFEB78"/>
      </a:accent5>
      <a:accent6>
        <a:srgbClr val="005A8C"/>
      </a:accent6>
      <a:hlink>
        <a:srgbClr val="000000"/>
      </a:hlink>
      <a:folHlink>
        <a:srgbClr val="000000"/>
      </a:folHlink>
    </a:clrScheme>
    <a:fontScheme name="Notes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Handout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6BEAA"/>
      </a:accent1>
      <a:accent2>
        <a:srgbClr val="277777"/>
      </a:accent2>
      <a:accent3>
        <a:srgbClr val="41B4D2"/>
      </a:accent3>
      <a:accent4>
        <a:srgbClr val="F08791"/>
      </a:accent4>
      <a:accent5>
        <a:srgbClr val="FFEB78"/>
      </a:accent5>
      <a:accent6>
        <a:srgbClr val="005A8C"/>
      </a:accent6>
      <a:hlink>
        <a:srgbClr val="000000"/>
      </a:hlink>
      <a:folHlink>
        <a:srgbClr val="000000"/>
      </a:folHlink>
    </a:clrScheme>
    <a:fontScheme name="Handou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9.xml"/></Relationships>
</file>

<file path=customXml/_rels/item1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0.xml"/></Relationships>
</file>

<file path=customXml/_rels/item1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1.xml"/></Relationships>
</file>

<file path=customXml/_rels/item1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2.xml"/></Relationships>
</file>

<file path=customXml/_rels/item1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3.xml"/></Relationships>
</file>

<file path=customXml/_rels/item1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4.xml"/></Relationships>
</file>

<file path=customXml/_rels/item1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5.xml"/></Relationships>
</file>

<file path=customXml/_rels/item1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6.xml"/></Relationships>
</file>

<file path=customXml/_rels/item1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7.xml"/></Relationships>
</file>

<file path=customXml/_rels/item1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8.xml"/></Relationships>
</file>

<file path=customXml/_rels/item1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9.xml"/></Relationships>
</file>

<file path=customXml/_rels/item1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0.xml"/></Relationships>
</file>

<file path=customXml/_rels/item1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1.xml"/></Relationships>
</file>

<file path=customXml/_rels/item1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2.xml"/></Relationships>
</file>

<file path=customXml/_rels/item1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3.xml"/></Relationships>
</file>

<file path=customXml/_rels/item1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4.xml"/></Relationships>
</file>

<file path=customXml/_rels/item1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5.xml"/></Relationships>
</file>

<file path=customXml/_rels/item1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6.xml"/></Relationships>
</file>

<file path=customXml/_rels/item1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7.xml"/></Relationships>
</file>

<file path=customXml/_rels/item1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8.xml"/></Relationships>
</file>

<file path=customXml/_rels/item1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9.xml"/></Relationships>
</file>

<file path=customXml/_rels/item1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0.xml"/></Relationships>
</file>

<file path=customXml/_rels/item1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1.xml"/></Relationships>
</file>

<file path=customXml/_rels/item1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2.xml"/></Relationships>
</file>

<file path=customXml/_rels/item1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3.xml"/></Relationships>
</file>

<file path=customXml/_rels/item1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4.xml"/></Relationships>
</file>

<file path=customXml/_rels/item1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5.xml"/></Relationships>
</file>

<file path=customXml/_rels/item1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6.xml"/></Relationships>
</file>

<file path=customXml/_rels/item1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7.xml"/></Relationships>
</file>

<file path=customXml/_rels/item1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8.xml"/></Relationships>
</file>

<file path=customXml/_rels/item1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9.xml"/></Relationships>
</file>

<file path=customXml/_rels/item1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0.xml"/></Relationships>
</file>

<file path=customXml/_rels/item1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1.xml"/></Relationships>
</file>

<file path=customXml/_rels/item1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2.xml"/></Relationships>
</file>

<file path=customXml/_rels/item1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3.xml"/></Relationships>
</file>

<file path=customXml/_rels/item1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4.xml"/></Relationships>
</file>

<file path=customXml/_rels/item1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5.xml"/></Relationships>
</file>

<file path=customXml/_rels/item1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6.xml"/></Relationships>
</file>

<file path=customXml/_rels/item1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7.xml"/></Relationships>
</file>

<file path=customXml/_rels/item1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8.xml"/></Relationships>
</file>

<file path=customXml/_rels/item1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9.xml"/></Relationships>
</file>

<file path=customXml/_rels/item1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0.xml"/></Relationships>
</file>

<file path=customXml/_rels/item1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1.xml"/></Relationships>
</file>

<file path=customXml/_rels/item1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2.xml"/></Relationships>
</file>

<file path=customXml/_rels/item1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3.xml"/></Relationships>
</file>

<file path=customXml/_rels/item1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4.xml"/></Relationships>
</file>

<file path=customXml/_rels/item1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5.xml"/></Relationships>
</file>

<file path=customXml/_rels/item1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6.xml"/></Relationships>
</file>

<file path=customXml/_rels/item1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7.xml"/></Relationships>
</file>

<file path=customXml/_rels/item1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8.xml"/></Relationships>
</file>

<file path=customXml/_rels/item1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9.xml"/></Relationships>
</file>

<file path=customXml/_rels/item1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0.xml"/></Relationships>
</file>

<file path=customXml/_rels/item1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1.xml"/></Relationships>
</file>

<file path=customXml/_rels/item1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2.xml"/></Relationships>
</file>

<file path=customXml/_rels/item1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3.xml"/></Relationships>
</file>

<file path=customXml/_rels/item1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4.xml"/></Relationships>
</file>

<file path=customXml/_rels/item1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5.xml"/></Relationships>
</file>

<file path=customXml/_rels/item1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6.xml"/></Relationships>
</file>

<file path=customXml/_rels/item1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7.xml"/></Relationships>
</file>

<file path=customXml/_rels/item1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8.xml"/></Relationships>
</file>

<file path=customXml/_rels/item1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9.xml"/></Relationships>
</file>

<file path=customXml/_rels/item1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0.xml"/></Relationships>
</file>

<file path=customXml/_rels/item1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1.xml"/></Relationships>
</file>

<file path=customXml/_rels/item1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2.xml"/></Relationships>
</file>

<file path=customXml/_rels/item1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3.xml"/></Relationships>
</file>

<file path=customXml/_rels/item1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4.xml"/></Relationships>
</file>

<file path=customXml/_rels/item1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5.xml"/></Relationships>
</file>

<file path=customXml/_rels/item1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6.xml"/></Relationships>
</file>

<file path=customXml/_rels/item1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7.xml"/></Relationships>
</file>

<file path=customXml/_rels/item1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8.xml"/></Relationships>
</file>

<file path=customXml/_rels/item1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9.xml"/></Relationships>
</file>

<file path=customXml/_rels/item1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0.xml"/></Relationships>
</file>

<file path=customXml/_rels/item1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1.xml"/></Relationships>
</file>

<file path=customXml/_rels/item1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2.xml"/></Relationships>
</file>

<file path=customXml/_rels/item1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3.xml"/></Relationships>
</file>

<file path=customXml/_rels/item1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4.xml"/></Relationships>
</file>

<file path=customXml/_rels/item1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5.xml"/></Relationships>
</file>

<file path=customXml/_rels/item1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6.xml"/></Relationships>
</file>

<file path=customXml/_rels/item1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7.xml"/></Relationships>
</file>

<file path=customXml/_rels/item1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8.xml"/></Relationships>
</file>

<file path=customXml/_rels/item1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9.xml"/></Relationships>
</file>

<file path=customXml/_rels/item1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0.xml"/></Relationships>
</file>

<file path=customXml/_rels/item1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1.xml"/></Relationships>
</file>

<file path=customXml/_rels/item1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2.xml"/></Relationships>
</file>

<file path=customXml/_rels/item1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3.xml"/></Relationships>
</file>

<file path=customXml/_rels/item1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4.xml"/></Relationships>
</file>

<file path=customXml/_rels/item1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5.xml"/></Relationships>
</file>

<file path=customXml/_rels/item1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6.xml"/></Relationships>
</file>

<file path=customXml/_rels/item1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7.xml"/></Relationships>
</file>

<file path=customXml/_rels/item1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8.xml"/></Relationships>
</file>

<file path=customXml/_rels/item1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9.xml"/></Relationships>
</file>

<file path=customXml/_rels/item2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0.xml"/></Relationships>
</file>

<file path=customXml/_rels/item2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1.xml"/></Relationships>
</file>

<file path=customXml/_rels/item2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2.xml"/></Relationships>
</file>

<file path=customXml/_rels/item2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3.xml"/></Relationships>
</file>

<file path=customXml/_rels/item2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4.xml"/></Relationships>
</file>

<file path=customXml/_rels/item2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5.xml"/></Relationships>
</file>

<file path=customXml/_rels/item2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6.xml"/></Relationships>
</file>

<file path=customXml/_rels/item2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7.xml"/></Relationships>
</file>

<file path=customXml/_rels/item2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8.xml"/></Relationships>
</file>

<file path=customXml/_rels/item2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9.xml"/></Relationships>
</file>

<file path=customXml/_rels/item2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0.xml"/></Relationships>
</file>

<file path=customXml/_rels/item2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1.xml"/></Relationships>
</file>

<file path=customXml/_rels/item2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2.xml"/></Relationships>
</file>

<file path=customXml/_rels/item2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3.xml"/></Relationships>
</file>

<file path=customXml/_rels/item2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4.xml"/></Relationships>
</file>

<file path=customXml/_rels/item2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5.xml"/></Relationships>
</file>

<file path=customXml/_rels/item2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6.xml"/></Relationships>
</file>

<file path=customXml/_rels/item2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7.xml"/></Relationships>
</file>

<file path=customXml/_rels/item2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8.xml"/></Relationships>
</file>

<file path=customXml/_rels/item2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9.xml"/></Relationships>
</file>

<file path=customXml/_rels/item2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0.xml"/></Relationships>
</file>

<file path=customXml/_rels/item2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1.xml"/></Relationships>
</file>

<file path=customXml/_rels/item2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2.xml"/></Relationships>
</file>

<file path=customXml/_rels/item2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3.xml"/></Relationships>
</file>

<file path=customXml/_rels/item2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4.xml"/></Relationships>
</file>

<file path=customXml/_rels/item2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5.xml"/></Relationships>
</file>

<file path=customXml/_rels/item2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6.xml"/></Relationships>
</file>

<file path=customXml/_rels/item2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7.xml"/></Relationships>
</file>

<file path=customXml/_rels/item2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8.xml"/></Relationships>
</file>

<file path=customXml/_rels/item2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9.xml"/></Relationships>
</file>

<file path=customXml/_rels/item2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0.xml"/></Relationships>
</file>

<file path=customXml/_rels/item2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1.xml"/></Relationships>
</file>

<file path=customXml/_rels/item2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2.xml"/></Relationships>
</file>

<file path=customXml/_rels/item2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3.xml"/></Relationships>
</file>

<file path=customXml/_rels/item2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4.xml"/></Relationships>
</file>

<file path=customXml/_rels/item2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5.xml"/></Relationships>
</file>

<file path=customXml/_rels/item2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6.xml"/></Relationships>
</file>

<file path=customXml/_rels/item2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7.xml"/></Relationships>
</file>

<file path=customXml/_rels/item2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8.xml"/></Relationships>
</file>

<file path=customXml/_rels/item2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9.xml"/></Relationships>
</file>

<file path=customXml/_rels/item2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0.xml"/></Relationships>
</file>

<file path=customXml/_rels/item2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1.xml"/></Relationships>
</file>

<file path=customXml/_rels/item2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2.xml"/></Relationships>
</file>

<file path=customXml/_rels/item2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3.xml"/></Relationships>
</file>

<file path=customXml/_rels/item2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4.xml"/></Relationships>
</file>

<file path=customXml/_rels/item2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5.xml"/></Relationships>
</file>

<file path=customXml/_rels/item2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6.xml"/></Relationships>
</file>

<file path=customXml/_rels/item2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7.xml"/></Relationships>
</file>

<file path=customXml/_rels/item2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8.xml"/></Relationships>
</file>

<file path=customXml/_rels/item2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9.xml"/></Relationships>
</file>

<file path=customXml/_rels/item2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0.xml"/></Relationships>
</file>

<file path=customXml/_rels/item2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1.xml"/></Relationships>
</file>

<file path=customXml/_rels/item2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2.xml"/></Relationships>
</file>

<file path=customXml/_rels/item2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3.xml"/></Relationships>
</file>

<file path=customXml/_rels/item2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4.xml"/></Relationships>
</file>

<file path=customXml/_rels/item2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5.xml"/></Relationships>
</file>

<file path=customXml/_rels/item2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6.xml"/></Relationships>
</file>

<file path=customXml/_rels/item2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7.xml"/></Relationships>
</file>

<file path=customXml/_rels/item2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8.xml"/></Relationships>
</file>

<file path=customXml/_rels/item2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9.xml"/></Relationships>
</file>

<file path=customXml/_rels/item2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0.xml"/></Relationships>
</file>

<file path=customXml/_rels/item2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1.xml"/></Relationships>
</file>

<file path=customXml/_rels/item2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2.xml"/></Relationships>
</file>

<file path=customXml/_rels/item2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3.xml"/></Relationships>
</file>

<file path=customXml/_rels/item2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4.xml"/></Relationships>
</file>

<file path=customXml/_rels/item2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5.xml"/></Relationships>
</file>

<file path=customXml/_rels/item2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6.xml"/></Relationships>
</file>

<file path=customXml/_rels/item2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7.xml"/></Relationships>
</file>

<file path=customXml/_rels/item2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8.xml"/></Relationships>
</file>

<file path=customXml/_rels/item2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9.xml"/></Relationships>
</file>

<file path=customXml/_rels/item2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0.xml"/></Relationships>
</file>

<file path=customXml/_rels/item2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1.xml"/></Relationships>
</file>

<file path=customXml/_rels/item2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2.xml"/></Relationships>
</file>

<file path=customXml/_rels/item2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3.xml"/></Relationships>
</file>

<file path=customXml/_rels/item2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4.xml"/></Relationships>
</file>

<file path=customXml/_rels/item2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5.xml"/></Relationships>
</file>

<file path=customXml/_rels/item2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6.xml"/></Relationships>
</file>

<file path=customXml/_rels/item2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7.xml"/></Relationships>
</file>

<file path=customXml/_rels/item2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8.xml"/></Relationships>
</file>

<file path=customXml/_rels/item2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9.xml"/></Relationships>
</file>

<file path=customXml/_rels/item2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0.xml"/></Relationships>
</file>

<file path=customXml/_rels/item2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1.xml"/></Relationships>
</file>

<file path=customXml/_rels/item2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2.xml"/></Relationships>
</file>

<file path=customXml/_rels/item2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3.xml"/></Relationships>
</file>

<file path=customXml/_rels/item2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4.xml"/></Relationships>
</file>

<file path=customXml/_rels/item2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5.xml"/></Relationships>
</file>

<file path=customXml/_rels/item2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6.xml"/></Relationships>
</file>

<file path=customXml/_rels/item2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7.xml"/></Relationships>
</file>

<file path=customXml/_rels/item2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8.xml"/></Relationships>
</file>

<file path=customXml/_rels/item2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9.xml"/></Relationships>
</file>

<file path=customXml/_rels/item2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0.xml"/></Relationships>
</file>

<file path=customXml/_rels/item2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1.xml"/></Relationships>
</file>

<file path=customXml/_rels/item2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2.xml"/></Relationships>
</file>

<file path=customXml/_rels/item2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3.xml"/></Relationships>
</file>

<file path=customXml/_rels/item2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4.xml"/></Relationships>
</file>

<file path=customXml/_rels/item2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5.xml"/></Relationships>
</file>

<file path=customXml/_rels/item2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6.xml"/></Relationships>
</file>

<file path=customXml/_rels/item2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7.xml"/></Relationships>
</file>

<file path=customXml/_rels/item2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8.xml"/></Relationships>
</file>

<file path=customXml/_rels/item2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9.xml"/></Relationships>
</file>

<file path=customXml/_rels/item3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0.xml"/></Relationships>
</file>

<file path=customXml/_rels/item3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1.xml"/></Relationships>
</file>

<file path=customXml/_rels/item3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2.xml"/></Relationships>
</file>

<file path=customXml/_rels/item3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3.xml"/></Relationships>
</file>

<file path=customXml/_rels/item3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4.xml"/></Relationships>
</file>

<file path=customXml/_rels/item3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5.xml"/></Relationships>
</file>

<file path=customXml/_rels/item3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6.xml"/></Relationships>
</file>

<file path=customXml/_rels/item3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7.xml"/></Relationships>
</file>

<file path=customXml/_rels/item3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8.xml"/></Relationships>
</file>

<file path=customXml/_rels/item3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9.xml"/></Relationships>
</file>

<file path=customXml/_rels/item3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0.xml"/></Relationships>
</file>

<file path=customXml/_rels/item3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1.xml"/></Relationships>
</file>

<file path=customXml/_rels/item3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2.xml"/></Relationships>
</file>

<file path=customXml/_rels/item3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3.xml"/></Relationships>
</file>

<file path=customXml/_rels/item3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4.xml"/></Relationships>
</file>

<file path=customXml/_rels/item3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5.xml"/></Relationships>
</file>

<file path=customXml/_rels/item3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6.xml"/></Relationships>
</file>

<file path=customXml/_rels/item3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7.xml"/></Relationships>
</file>

<file path=customXml/_rels/item3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8.xml"/></Relationships>
</file>

<file path=customXml/_rels/item3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9.xml"/></Relationships>
</file>

<file path=customXml/_rels/item3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0.xml"/></Relationships>
</file>

<file path=customXml/_rels/item3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1.xml"/></Relationships>
</file>

<file path=customXml/_rels/item3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2.xml"/></Relationships>
</file>

<file path=customXml/_rels/item3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3.xml"/></Relationships>
</file>

<file path=customXml/_rels/item3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4.xml"/></Relationships>
</file>

<file path=customXml/_rels/item3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5.xml"/></Relationships>
</file>

<file path=customXml/_rels/item3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6.xml"/></Relationships>
</file>

<file path=customXml/_rels/item3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7.xml"/></Relationships>
</file>

<file path=customXml/_rels/item3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8.xml"/></Relationships>
</file>

<file path=customXml/_rels/item3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9.xml"/></Relationships>
</file>

<file path=customXml/_rels/item3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0.xml"/></Relationships>
</file>

<file path=customXml/_rels/item3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1.xml"/></Relationships>
</file>

<file path=customXml/_rels/item3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2.xml"/></Relationships>
</file>

<file path=customXml/_rels/item3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3.xml"/></Relationships>
</file>

<file path=customXml/item1.xml><?xml version="1.0" encoding="utf-8"?>
<juid xmlns="http://www.joulesunlimited.com/juid"/>
</file>

<file path=customXml/item2.xml><?xml version="1.0" encoding="utf-8"?>
<juid xmlns="http://www.joulesunlimited.com/juid"/>
</file>

<file path=customXml/item3.xml><?xml version="1.0" encoding="utf-8"?>
<juid xmlns="http://www.joulesunlimited.com/juid"/>
</file>

<file path=customXml/item4.xml><?xml version="1.0" encoding="utf-8"?>
<juid xmlns="http://www.joulesunlimited.com/juid"/>
</file>

<file path=customXml/item5.xml><?xml version="1.0" encoding="utf-8"?>
<juid xmlns="http://www.joulesunlimited.com/juid"/>
</file>

<file path=customXml/item6.xml><?xml version="1.0" encoding="utf-8"?>
<juid xmlns="http://www.joulesunlimited.com/juid"/>
</file>

<file path=customXml/item7.xml><?xml version="1.0" encoding="utf-8"?>
<juid xmlns="http://www.joulesunlimited.com/juid"/>
</file>

<file path=customXml/item8.xml><?xml version="1.0" encoding="utf-8"?>
<juid xmlns="http://www.joulesunlimited.com/juid"/>
</file>

<file path=customXml/item9.xml><?xml version="1.0" encoding="utf-8"?>
<juid xmlns="http://www.joulesunlimited.com/juid"/>
</file>

<file path=customXml/item10.xml><?xml version="1.0" encoding="utf-8"?>
<juid xmlns="http://www.joulesunlimited.com/juid"/>
</file>

<file path=customXml/item11.xml><?xml version="1.0" encoding="utf-8"?>
<juid xmlns="http://www.joulesunlimited.com/juid"/>
</file>

<file path=customXml/item12.xml><?xml version="1.0" encoding="utf-8"?>
<juid xmlns="http://www.joulesunlimited.com/juid"/>
</file>

<file path=customXml/item13.xml><?xml version="1.0" encoding="utf-8"?>
<juid xmlns="http://www.joulesunlimited.com/juid"/>
</file>

<file path=customXml/item14.xml><?xml version="1.0" encoding="utf-8"?>
<juid xmlns="http://www.joulesunlimited.com/juid"/>
</file>

<file path=customXml/item15.xml><?xml version="1.0" encoding="utf-8"?>
<juid xmlns="http://www.joulesunlimited.com/juid"/>
</file>

<file path=customXml/item16.xml><?xml version="1.0" encoding="utf-8"?>
<juid xmlns="http://www.joulesunlimited.com/juid"/>
</file>

<file path=customXml/item17.xml><?xml version="1.0" encoding="utf-8"?>
<juid xmlns="http://www.joulesunlimited.com/juid"/>
</file>

<file path=customXml/item18.xml><?xml version="1.0" encoding="utf-8"?>
<juid xmlns="http://www.joulesunlimited.com/juid"/>
</file>

<file path=customXml/item19.xml><?xml version="1.0" encoding="utf-8"?>
<juid xmlns="http://www.joulesunlimited.com/juid"/>
</file>

<file path=customXml/item20.xml><?xml version="1.0" encoding="utf-8"?>
<juid xmlns="http://www.joulesunlimited.com/juid"/>
</file>

<file path=customXml/item21.xml><?xml version="1.0" encoding="utf-8"?>
<juid xmlns="http://www.joulesunlimited.com/juid"/>
</file>

<file path=customXml/item22.xml><?xml version="1.0" encoding="utf-8"?>
<juid xmlns="http://www.joulesunlimited.com/juid"/>
</file>

<file path=customXml/item23.xml><?xml version="1.0" encoding="utf-8"?>
<juid xmlns="http://www.joulesunlimited.com/juid"/>
</file>

<file path=customXml/item24.xml><?xml version="1.0" encoding="utf-8"?>
<juid xmlns="http://www.joulesunlimited.com/juid"/>
</file>

<file path=customXml/item25.xml><?xml version="1.0" encoding="utf-8"?>
<juid xmlns="http://www.joulesunlimited.com/juid"/>
</file>

<file path=customXml/item26.xml><?xml version="1.0" encoding="utf-8"?>
<juid xmlns="http://www.joulesunlimited.com/juid"/>
</file>

<file path=customXml/item27.xml><?xml version="1.0" encoding="utf-8"?>
<juid xmlns="http://www.joulesunlimited.com/juid"/>
</file>

<file path=customXml/item28.xml><?xml version="1.0" encoding="utf-8"?>
<juid xmlns="http://www.joulesunlimited.com/juid"/>
</file>

<file path=customXml/item29.xml><?xml version="1.0" encoding="utf-8"?>
<juid xmlns="http://www.joulesunlimited.com/juid"/>
</file>

<file path=customXml/item30.xml><?xml version="1.0" encoding="utf-8"?>
<juid xmlns="http://www.joulesunlimited.com/juid"/>
</file>

<file path=customXml/item31.xml><?xml version="1.0" encoding="utf-8"?>
<juid xmlns="http://www.joulesunlimited.com/juid"/>
</file>

<file path=customXml/item32.xml><?xml version="1.0" encoding="utf-8"?>
<juid xmlns="http://www.joulesunlimited.com/juid"/>
</file>

<file path=customXml/item33.xml><?xml version="1.0" encoding="utf-8"?>
<juid xmlns="http://www.joulesunlimited.com/juid"/>
</file>

<file path=customXml/item34.xml><?xml version="1.0" encoding="utf-8"?>
<juid xmlns="http://www.joulesunlimited.com/juid"/>
</file>

<file path=customXml/item35.xml><?xml version="1.0" encoding="utf-8"?>
<juid xmlns="http://www.joulesunlimited.com/juid"/>
</file>

<file path=customXml/item36.xml><?xml version="1.0" encoding="utf-8"?>
<juid xmlns="http://www.joulesunlimited.com/juid"/>
</file>

<file path=customXml/item37.xml><?xml version="1.0" encoding="utf-8"?>
<juid xmlns="http://www.joulesunlimited.com/juid"/>
</file>

<file path=customXml/item38.xml><?xml version="1.0" encoding="utf-8"?>
<juid xmlns="http://www.joulesunlimited.com/juid"/>
</file>

<file path=customXml/item39.xml><?xml version="1.0" encoding="utf-8"?>
<juid xmlns="http://www.joulesunlimited.com/juid"/>
</file>

<file path=customXml/item40.xml><?xml version="1.0" encoding="utf-8"?>
<juid xmlns="http://www.joulesunlimited.com/juid"/>
</file>

<file path=customXml/item41.xml><?xml version="1.0" encoding="utf-8"?>
<juid xmlns="http://www.joulesunlimited.com/juid"/>
</file>

<file path=customXml/item42.xml><?xml version="1.0" encoding="utf-8"?>
<juid xmlns="http://www.joulesunlimited.com/juid"/>
</file>

<file path=customXml/item43.xml><?xml version="1.0" encoding="utf-8"?>
<juid xmlns="http://www.joulesunlimited.com/juid"/>
</file>

<file path=customXml/item44.xml><?xml version="1.0" encoding="utf-8"?>
<juid xmlns="http://www.joulesunlimited.com/juid"/>
</file>

<file path=customXml/item45.xml><?xml version="1.0" encoding="utf-8"?>
<juid xmlns="http://www.joulesunlimited.com/juid"/>
</file>

<file path=customXml/item46.xml><?xml version="1.0" encoding="utf-8"?>
<juid xmlns="http://www.joulesunlimited.com/juid"/>
</file>

<file path=customXml/item47.xml><?xml version="1.0" encoding="utf-8"?>
<juid xmlns="http://www.joulesunlimited.com/juid"/>
</file>

<file path=customXml/item48.xml><?xml version="1.0" encoding="utf-8"?>
<juid xmlns="http://www.joulesunlimited.com/juid"/>
</file>

<file path=customXml/item49.xml><?xml version="1.0" encoding="utf-8"?>
<juid xmlns="http://www.joulesunlimited.com/juid"/>
</file>

<file path=customXml/item50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27CBF9D826D54C94A5EAB98171697B" ma:contentTypeVersion="15" ma:contentTypeDescription="Crée un document." ma:contentTypeScope="" ma:versionID="f7d0c5f870057441a26eddfe03e66955">
  <xsd:schema xmlns:xsd="http://www.w3.org/2001/XMLSchema" xmlns:xs="http://www.w3.org/2001/XMLSchema" xmlns:p="http://schemas.microsoft.com/office/2006/metadata/properties" xmlns:ns2="8c0598cb-5732-4be3-9c2b-cd37da96a22e" xmlns:ns3="5811c8ba-2203-4092-b266-7e03b606f912" targetNamespace="http://schemas.microsoft.com/office/2006/metadata/properties" ma:root="true" ma:fieldsID="49727fec8e40e06bc5a7ced41a63e6d7" ns2:_="" ns3:_="">
    <xsd:import namespace="8c0598cb-5732-4be3-9c2b-cd37da96a22e"/>
    <xsd:import namespace="5811c8ba-2203-4092-b266-7e03b606f9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0598cb-5732-4be3-9c2b-cd37da96a2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979381ec-ee8b-4a21-8c53-b800cfaa77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11c8ba-2203-4092-b266-7e03b606f91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7a8af0f-017d-47c0-8425-0d635ad12b98}" ma:internalName="TaxCatchAll" ma:showField="CatchAllData" ma:web="5811c8ba-2203-4092-b266-7e03b606f9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1.xml><?xml version="1.0" encoding="utf-8"?>
<juid xmlns="http://www.joulesunlimited.com/juid"/>
</file>

<file path=customXml/item52.xml><?xml version="1.0" encoding="utf-8"?>
<juid xmlns="http://www.joulesunlimited.com/juid"/>
</file>

<file path=customXml/item53.xml><?xml version="1.0" encoding="utf-8"?>
<juid xmlns="http://www.joulesunlimited.com/juid"/>
</file>

<file path=customXml/item54.xml><?xml version="1.0" encoding="utf-8"?>
<juid xmlns="http://www.joulesunlimited.com/juid"/>
</file>

<file path=customXml/item55.xml><?xml version="1.0" encoding="utf-8"?>
<juid xmlns="http://www.joulesunlimited.com/juid"/>
</file>

<file path=customXml/item56.xml><?xml version="1.0" encoding="utf-8"?>
<juid xmlns="http://www.joulesunlimited.com/juid"/>
</file>

<file path=customXml/item57.xml><?xml version="1.0" encoding="utf-8"?>
<juid xmlns="http://www.joulesunlimited.com/juid"/>
</file>

<file path=customXml/item58.xml><?xml version="1.0" encoding="utf-8"?>
<juid xmlns="http://www.joulesunlimited.com/juid"/>
</file>

<file path=customXml/item59.xml><?xml version="1.0" encoding="utf-8"?>
<juid xmlns="http://www.joulesunlimited.com/juid"/>
</file>

<file path=customXml/item60.xml><?xml version="1.0" encoding="utf-8"?>
<juid xmlns="http://www.joulesunlimited.com/juid"/>
</file>

<file path=customXml/item61.xml><?xml version="1.0" encoding="utf-8"?>
<juid xmlns="http://www.joulesunlimited.com/juid"/>
</file>

<file path=customXml/item62.xml><?xml version="1.0" encoding="utf-8"?>
<juid xmlns="http://www.joulesunlimited.com/juid"/>
</file>

<file path=customXml/item63.xml><?xml version="1.0" encoding="utf-8"?>
<juid xmlns="http://www.joulesunlimited.com/juid"/>
</file>

<file path=customXml/item64.xml><?xml version="1.0" encoding="utf-8"?>
<juid xmlns="http://www.joulesunlimited.com/juid"/>
</file>

<file path=customXml/item65.xml><?xml version="1.0" encoding="utf-8"?>
<juid xmlns="http://www.joulesunlimited.com/juid"/>
</file>

<file path=customXml/item66.xml><?xml version="1.0" encoding="utf-8"?>
<juid xmlns="http://www.joulesunlimited.com/juid"/>
</file>

<file path=customXml/item67.xml><?xml version="1.0" encoding="utf-8"?>
<juid xmlns="http://www.joulesunlimited.com/juid"/>
</file>

<file path=customXml/item68.xml><?xml version="1.0" encoding="utf-8"?>
<juid xmlns="http://www.joulesunlimited.com/juid"/>
</file>

<file path=customXml/item69.xml><?xml version="1.0" encoding="utf-8"?>
<juid xmlns="http://www.joulesunlimited.com/juid"/>
</file>

<file path=customXml/item70.xml><?xml version="1.0" encoding="utf-8"?>
<juid xmlns="http://www.joulesunlimited.com/juid"/>
</file>

<file path=customXml/item71.xml><?xml version="1.0" encoding="utf-8"?>
<juid xmlns="http://www.joulesunlimited.com/juid"/>
</file>

<file path=customXml/item72.xml><?xml version="1.0" encoding="utf-8"?>
<juid xmlns="http://www.joulesunlimited.com/juid"/>
</file>

<file path=customXml/item73.xml><?xml version="1.0" encoding="utf-8"?>
<juid xmlns="http://www.joulesunlimited.com/juid"/>
</file>

<file path=customXml/item74.xml><?xml version="1.0" encoding="utf-8"?>
<juid xmlns="http://www.joulesunlimited.com/juid"/>
</file>

<file path=customXml/item75.xml><?xml version="1.0" encoding="utf-8"?>
<juid xmlns="http://www.joulesunlimited.com/juid"/>
</file>

<file path=customXml/item76.xml><?xml version="1.0" encoding="utf-8"?>
<juid xmlns="http://www.joulesunlimited.com/juid"/>
</file>

<file path=customXml/item77.xml><?xml version="1.0" encoding="utf-8"?>
<juid xmlns="http://www.joulesunlimited.com/juid"/>
</file>

<file path=customXml/item78.xml><?xml version="1.0" encoding="utf-8"?>
<juid xmlns="http://www.joulesunlimited.com/juid"/>
</file>

<file path=customXml/item79.xml><?xml version="1.0" encoding="utf-8"?>
<juid xmlns="http://www.joulesunlimited.com/juid"/>
</file>

<file path=customXml/item80.xml><?xml version="1.0" encoding="utf-8"?>
<juid xmlns="http://www.joulesunlimited.com/juid"/>
</file>

<file path=customXml/item81.xml><?xml version="1.0" encoding="utf-8"?>
<juid xmlns="http://www.joulesunlimited.com/juid"/>
</file>

<file path=customXml/item82.xml><?xml version="1.0" encoding="utf-8"?>
<juid xmlns="http://www.joulesunlimited.com/juid"/>
</file>

<file path=customXml/item83.xml><?xml version="1.0" encoding="utf-8"?>
<juid xmlns="http://www.joulesunlimited.com/juid"/>
</file>

<file path=customXml/item84.xml><?xml version="1.0" encoding="utf-8"?>
<juid xmlns="http://www.joulesunlimited.com/juid"/>
</file>

<file path=customXml/item85.xml><?xml version="1.0" encoding="utf-8"?>
<juid xmlns="http://www.joulesunlimited.com/juid"/>
</file>

<file path=customXml/item86.xml><?xml version="1.0" encoding="utf-8"?>
<juid xmlns="http://www.joulesunlimited.com/juid"/>
</file>

<file path=customXml/item87.xml><?xml version="1.0" encoding="utf-8"?>
<juid xmlns="http://www.joulesunlimited.com/juid"/>
</file>

<file path=customXml/item88.xml><?xml version="1.0" encoding="utf-8"?>
<juid xmlns="http://www.joulesunlimited.com/juid"/>
</file>

<file path=customXml/item89.xml><?xml version="1.0" encoding="utf-8"?>
<juid xmlns="http://www.joulesunlimited.com/juid"/>
</file>

<file path=customXml/item90.xml><?xml version="1.0" encoding="utf-8"?>
<juid xmlns="http://www.joulesunlimited.com/juid"/>
</file>

<file path=customXml/item91.xml><?xml version="1.0" encoding="utf-8"?>
<juid xmlns="http://www.joulesunlimited.com/juid"/>
</file>

<file path=customXml/item92.xml><?xml version="1.0" encoding="utf-8"?>
<juid xmlns="http://www.joulesunlimited.com/juid"/>
</file>

<file path=customXml/item93.xml><?xml version="1.0" encoding="utf-8"?>
<juid xmlns="http://www.joulesunlimited.com/juid"/>
</file>

<file path=customXml/item94.xml><?xml version="1.0" encoding="utf-8"?>
<juid xmlns="http://www.joulesunlimited.com/juid"/>
</file>

<file path=customXml/item95.xml><?xml version="1.0" encoding="utf-8"?>
<juid xmlns="http://www.joulesunlimited.com/juid"/>
</file>

<file path=customXml/item96.xml><?xml version="1.0" encoding="utf-8"?>
<juid xmlns="http://www.joulesunlimited.com/juid"/>
</file>

<file path=customXml/item97.xml><?xml version="1.0" encoding="utf-8"?>
<juid xmlns="http://www.joulesunlimited.com/juid"/>
</file>

<file path=customXml/item98.xml><?xml version="1.0" encoding="utf-8"?>
<juid xmlns="http://www.joulesunlimited.com/juid"/>
</file>

<file path=customXml/item99.xml><?xml version="1.0" encoding="utf-8"?>
<juid xmlns="http://www.joulesunlimited.com/juid"/>
</file>

<file path=customXml/item100.xml><?xml version="1.0" encoding="utf-8"?>
<juid xmlns="http://www.joulesunlimited.com/juid"/>
</file>

<file path=customXml/item101.xml><?xml version="1.0" encoding="utf-8"?>
<juid xmlns="http://www.joulesunlimited.com/juid"/>
</file>

<file path=customXml/item102.xml><?xml version="1.0" encoding="utf-8"?>
<juid xmlns="http://www.joulesunlimited.com/juid"/>
</file>

<file path=customXml/item103.xml><?xml version="1.0" encoding="utf-8"?>
<juid xmlns="http://www.joulesunlimited.com/juid"/>
</file>

<file path=customXml/item104.xml><?xml version="1.0" encoding="utf-8"?>
<juid xmlns="http://www.joulesunlimited.com/juid"/>
</file>

<file path=customXml/item105.xml><?xml version="1.0" encoding="utf-8"?>
<juid xmlns="http://www.joulesunlimited.com/juid"/>
</file>

<file path=customXml/item106.xml><?xml version="1.0" encoding="utf-8"?>
<juid xmlns="http://www.joulesunlimited.com/juid"/>
</file>

<file path=customXml/item107.xml><?xml version="1.0" encoding="utf-8"?>
<juid xmlns="http://www.joulesunlimited.com/juid"/>
</file>

<file path=customXml/item108.xml><?xml version="1.0" encoding="utf-8"?>
<juid xmlns="http://www.joulesunlimited.com/juid"/>
</file>

<file path=customXml/item109.xml><?xml version="1.0" encoding="utf-8"?>
<juid xmlns="http://www.joulesunlimited.com/juid"/>
</file>

<file path=customXml/item110.xml><?xml version="1.0" encoding="utf-8"?>
<juid xmlns="http://www.joulesunlimited.com/juid"/>
</file>

<file path=customXml/item111.xml><?xml version="1.0" encoding="utf-8"?>
<juid xmlns="http://www.joulesunlimited.com/juid"/>
</file>

<file path=customXml/item112.xml><?xml version="1.0" encoding="utf-8"?>
<juid xmlns="http://www.joulesunlimited.com/juid"/>
</file>

<file path=customXml/item113.xml><?xml version="1.0" encoding="utf-8"?>
<juid xmlns="http://www.joulesunlimited.com/juid"/>
</file>

<file path=customXml/item114.xml><?xml version="1.0" encoding="utf-8"?>
<juid xmlns="http://www.joulesunlimited.com/juid"/>
</file>

<file path=customXml/item115.xml><?xml version="1.0" encoding="utf-8"?>
<juid xmlns="http://www.joulesunlimited.com/juid"/>
</file>

<file path=customXml/item116.xml><?xml version="1.0" encoding="utf-8"?>
<juid xmlns="http://www.joulesunlimited.com/juid"/>
</file>

<file path=customXml/item11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8.xml><?xml version="1.0" encoding="utf-8"?>
<juid xmlns="http://www.joulesunlimited.com/juid"/>
</file>

<file path=customXml/item119.xml><?xml version="1.0" encoding="utf-8"?>
<juid xmlns="http://www.joulesunlimited.com/juid"/>
</file>

<file path=customXml/item120.xml><?xml version="1.0" encoding="utf-8"?>
<juid xmlns="http://www.joulesunlimited.com/juid"/>
</file>

<file path=customXml/item121.xml><?xml version="1.0" encoding="utf-8"?>
<juid xmlns="http://www.joulesunlimited.com/juid"/>
</file>

<file path=customXml/item122.xml><?xml version="1.0" encoding="utf-8"?>
<juid xmlns="http://www.joulesunlimited.com/juid"/>
</file>

<file path=customXml/item123.xml><?xml version="1.0" encoding="utf-8"?>
<juid xmlns="http://www.joulesunlimited.com/juid"/>
</file>

<file path=customXml/item124.xml><?xml version="1.0" encoding="utf-8"?>
<juid xmlns="http://www.joulesunlimited.com/juid"/>
</file>

<file path=customXml/item125.xml><?xml version="1.0" encoding="utf-8"?>
<juid xmlns="http://www.joulesunlimited.com/juid"/>
</file>

<file path=customXml/item126.xml><?xml version="1.0" encoding="utf-8"?>
<juid xmlns="http://www.joulesunlimited.com/juid"/>
</file>

<file path=customXml/item127.xml><?xml version="1.0" encoding="utf-8"?>
<juid xmlns="http://www.joulesunlimited.com/juid"/>
</file>

<file path=customXml/item128.xml><?xml version="1.0" encoding="utf-8"?>
<juid xmlns="http://www.joulesunlimited.com/juid"/>
</file>

<file path=customXml/item129.xml><?xml version="1.0" encoding="utf-8"?>
<juid xmlns="http://www.joulesunlimited.com/juid"/>
</file>

<file path=customXml/item130.xml><?xml version="1.0" encoding="utf-8"?>
<juid xmlns="http://www.joulesunlimited.com/juid"/>
</file>

<file path=customXml/item131.xml><?xml version="1.0" encoding="utf-8"?>
<juid xmlns="http://www.joulesunlimited.com/juid"/>
</file>

<file path=customXml/item132.xml><?xml version="1.0" encoding="utf-8"?>
<juid xmlns="http://www.joulesunlimited.com/juid"/>
</file>

<file path=customXml/item133.xml><?xml version="1.0" encoding="utf-8"?>
<juid xmlns="http://www.joulesunlimited.com/juid"/>
</file>

<file path=customXml/item134.xml><?xml version="1.0" encoding="utf-8"?>
<juid xmlns="http://www.joulesunlimited.com/juid"/>
</file>

<file path=customXml/item135.xml><?xml version="1.0" encoding="utf-8"?>
<juid xmlns="http://www.joulesunlimited.com/juid"/>
</file>

<file path=customXml/item136.xml><?xml version="1.0" encoding="utf-8"?>
<juid xmlns="http://www.joulesunlimited.com/juid"/>
</file>

<file path=customXml/item137.xml><?xml version="1.0" encoding="utf-8"?>
<juid xmlns="http://www.joulesunlimited.com/juid"/>
</file>

<file path=customXml/item138.xml><?xml version="1.0" encoding="utf-8"?>
<juid xmlns="http://www.joulesunlimited.com/juid"/>
</file>

<file path=customXml/item139.xml><?xml version="1.0" encoding="utf-8"?>
<juid xmlns="http://www.joulesunlimited.com/juid"/>
</file>

<file path=customXml/item140.xml><?xml version="1.0" encoding="utf-8"?>
<juid xmlns="http://www.joulesunlimited.com/juid"/>
</file>

<file path=customXml/item141.xml><?xml version="1.0" encoding="utf-8"?>
<juid xmlns="http://www.joulesunlimited.com/juid"/>
</file>

<file path=customXml/item142.xml><?xml version="1.0" encoding="utf-8"?>
<juid xmlns="http://www.joulesunlimited.com/juid"/>
</file>

<file path=customXml/item143.xml><?xml version="1.0" encoding="utf-8"?>
<juid xmlns="http://www.joulesunlimited.com/juid"/>
</file>

<file path=customXml/item144.xml><?xml version="1.0" encoding="utf-8"?>
<juid xmlns="http://www.joulesunlimited.com/juid"/>
</file>

<file path=customXml/item145.xml><?xml version="1.0" encoding="utf-8"?>
<juid xmlns="http://www.joulesunlimited.com/juid"/>
</file>

<file path=customXml/item146.xml><?xml version="1.0" encoding="utf-8"?>
<juid xmlns="http://www.joulesunlimited.com/juid"/>
</file>

<file path=customXml/item147.xml><?xml version="1.0" encoding="utf-8"?>
<juid xmlns="http://www.joulesunlimited.com/juid"/>
</file>

<file path=customXml/item148.xml><?xml version="1.0" encoding="utf-8"?>
<juid xmlns="http://www.joulesunlimited.com/juid"/>
</file>

<file path=customXml/item149.xml><?xml version="1.0" encoding="utf-8"?>
<juid xmlns="http://www.joulesunlimited.com/juid"/>
</file>

<file path=customXml/item150.xml><?xml version="1.0" encoding="utf-8"?>
<juid xmlns="http://www.joulesunlimited.com/juid"/>
</file>

<file path=customXml/item151.xml><?xml version="1.0" encoding="utf-8"?>
<juid xmlns="http://www.joulesunlimited.com/juid"/>
</file>

<file path=customXml/item152.xml><?xml version="1.0" encoding="utf-8"?>
<juid xmlns="http://www.joulesunlimited.com/juid"/>
</file>

<file path=customXml/item153.xml><?xml version="1.0" encoding="utf-8"?>
<juid xmlns="http://www.joulesunlimited.com/juid"/>
</file>

<file path=customXml/item154.xml><?xml version="1.0" encoding="utf-8"?>
<juid xmlns="http://www.joulesunlimited.com/juid"/>
</file>

<file path=customXml/item155.xml><?xml version="1.0" encoding="utf-8"?>
<juid xmlns="http://www.joulesunlimited.com/juid"/>
</file>

<file path=customXml/item156.xml><?xml version="1.0" encoding="utf-8"?>
<juid xmlns="http://www.joulesunlimited.com/juid"/>
</file>

<file path=customXml/item157.xml><?xml version="1.0" encoding="utf-8"?>
<juid xmlns="http://www.joulesunlimited.com/juid"/>
</file>

<file path=customXml/item158.xml><?xml version="1.0" encoding="utf-8"?>
<juid xmlns="http://www.joulesunlimited.com/juid"/>
</file>

<file path=customXml/item159.xml><?xml version="1.0" encoding="utf-8"?>
<juid xmlns="http://www.joulesunlimited.com/juid"/>
</file>

<file path=customXml/item160.xml><?xml version="1.0" encoding="utf-8"?>
<juid xmlns="http://www.joulesunlimited.com/juid"/>
</file>

<file path=customXml/item161.xml><?xml version="1.0" encoding="utf-8"?>
<juid xmlns="http://www.joulesunlimited.com/juid"/>
</file>

<file path=customXml/item162.xml><?xml version="1.0" encoding="utf-8"?>
<juid xmlns="http://www.joulesunlimited.com/juid"/>
</file>

<file path=customXml/item163.xml><?xml version="1.0" encoding="utf-8"?>
<juid xmlns="http://www.joulesunlimited.com/juid"/>
</file>

<file path=customXml/item164.xml><?xml version="1.0" encoding="utf-8"?>
<juid xmlns="http://www.joulesunlimited.com/juid"/>
</file>

<file path=customXml/item165.xml><?xml version="1.0" encoding="utf-8"?>
<juid xmlns="http://www.joulesunlimited.com/juid"/>
</file>

<file path=customXml/item166.xml><?xml version="1.0" encoding="utf-8"?>
<juid xmlns="http://www.joulesunlimited.com/juid"/>
</file>

<file path=customXml/item167.xml><?xml version="1.0" encoding="utf-8"?>
<juid xmlns="http://www.joulesunlimited.com/juid"/>
</file>

<file path=customXml/item168.xml><?xml version="1.0" encoding="utf-8"?>
<juid xmlns="http://www.joulesunlimited.com/juid"/>
</file>

<file path=customXml/item169.xml><?xml version="1.0" encoding="utf-8"?>
<juid xmlns="http://www.joulesunlimited.com/juid"/>
</file>

<file path=customXml/item170.xml><?xml version="1.0" encoding="utf-8"?>
<juid xmlns="http://www.joulesunlimited.com/juid"/>
</file>

<file path=customXml/item171.xml><?xml version="1.0" encoding="utf-8"?>
<juid xmlns="http://www.joulesunlimited.com/juid"/>
</file>

<file path=customXml/item172.xml><?xml version="1.0" encoding="utf-8"?>
<juid xmlns="http://www.joulesunlimited.com/juid"/>
</file>

<file path=customXml/item173.xml><?xml version="1.0" encoding="utf-8"?>
<juid xmlns="http://www.joulesunlimited.com/juid"/>
</file>

<file path=customXml/item174.xml><?xml version="1.0" encoding="utf-8"?>
<juid xmlns="http://www.joulesunlimited.com/juid"/>
</file>

<file path=customXml/item175.xml><?xml version="1.0" encoding="utf-8"?>
<juid xmlns="http://www.joulesunlimited.com/juid"/>
</file>

<file path=customXml/item176.xml><?xml version="1.0" encoding="utf-8"?>
<juid xmlns="http://www.joulesunlimited.com/juid"/>
</file>

<file path=customXml/item177.xml><?xml version="1.0" encoding="utf-8"?>
<juid xmlns="http://www.joulesunlimited.com/juid"/>
</file>

<file path=customXml/item178.xml><?xml version="1.0" encoding="utf-8"?>
<juid xmlns="http://www.joulesunlimited.com/juid"/>
</file>

<file path=customXml/item179.xml><?xml version="1.0" encoding="utf-8"?>
<juid xmlns="http://www.joulesunlimited.com/juid"/>
</file>

<file path=customXml/item180.xml><?xml version="1.0" encoding="utf-8"?>
<juid xmlns="http://www.joulesunlimited.com/juid"/>
</file>

<file path=customXml/item181.xml><?xml version="1.0" encoding="utf-8"?>
<juid xmlns="http://www.joulesunlimited.com/juid"/>
</file>

<file path=customXml/item182.xml><?xml version="1.0" encoding="utf-8"?>
<juid xmlns="http://www.joulesunlimited.com/juid"/>
</file>

<file path=customXml/item183.xml><?xml version="1.0" encoding="utf-8"?>
<juid xmlns="http://www.joulesunlimited.com/juid"/>
</file>

<file path=customXml/item184.xml><?xml version="1.0" encoding="utf-8"?>
<juid xmlns="http://www.joulesunlimited.com/juid"/>
</file>

<file path=customXml/item185.xml><?xml version="1.0" encoding="utf-8"?>
<juid xmlns="http://www.joulesunlimited.com/juid"/>
</file>

<file path=customXml/item186.xml><?xml version="1.0" encoding="utf-8"?>
<juid xmlns="http://www.joulesunlimited.com/juid"/>
</file>

<file path=customXml/item187.xml><?xml version="1.0" encoding="utf-8"?>
<juid xmlns="http://www.joulesunlimited.com/juid"/>
</file>

<file path=customXml/item188.xml><?xml version="1.0" encoding="utf-8"?>
<juid xmlns="http://www.joulesunlimited.com/juid"/>
</file>

<file path=customXml/item189.xml><?xml version="1.0" encoding="utf-8"?>
<juid xmlns="http://www.joulesunlimited.com/juid"/>
</file>

<file path=customXml/item190.xml><?xml version="1.0" encoding="utf-8"?>
<juid xmlns="http://www.joulesunlimited.com/juid"/>
</file>

<file path=customXml/item191.xml><?xml version="1.0" encoding="utf-8"?>
<juid xmlns="http://www.joulesunlimited.com/juid"/>
</file>

<file path=customXml/item192.xml><?xml version="1.0" encoding="utf-8"?>
<juid xmlns="http://www.joulesunlimited.com/juid"/>
</file>

<file path=customXml/item193.xml><?xml version="1.0" encoding="utf-8"?>
<juid xmlns="http://www.joulesunlimited.com/juid"/>
</file>

<file path=customXml/item194.xml><?xml version="1.0" encoding="utf-8"?>
<juid xmlns="http://www.joulesunlimited.com/juid"/>
</file>

<file path=customXml/item195.xml><?xml version="1.0" encoding="utf-8"?>
<juid xmlns="http://www.joulesunlimited.com/juid"/>
</file>

<file path=customXml/item196.xml><?xml version="1.0" encoding="utf-8"?>
<juid xmlns="http://www.joulesunlimited.com/juid"/>
</file>

<file path=customXml/item197.xml><?xml version="1.0" encoding="utf-8"?>
<juid xmlns="http://www.joulesunlimited.com/juid"/>
</file>

<file path=customXml/item198.xml><?xml version="1.0" encoding="utf-8"?>
<juid xmlns="http://www.joulesunlimited.com/juid"/>
</file>

<file path=customXml/item199.xml><?xml version="1.0" encoding="utf-8"?>
<juid xmlns="http://www.joulesunlimited.com/juid"/>
</file>

<file path=customXml/item200.xml><?xml version="1.0" encoding="utf-8"?>
<juid xmlns="http://www.joulesunlimited.com/juid"/>
</file>

<file path=customXml/item201.xml><?xml version="1.0" encoding="utf-8"?>
<juid xmlns="http://www.joulesunlimited.com/juid"/>
</file>

<file path=customXml/item202.xml><?xml version="1.0" encoding="utf-8"?>
<juid xmlns="http://www.joulesunlimited.com/juid"/>
</file>

<file path=customXml/item203.xml><?xml version="1.0" encoding="utf-8"?>
<juid xmlns="http://www.joulesunlimited.com/juid"/>
</file>

<file path=customXml/item204.xml><?xml version="1.0" encoding="utf-8"?>
<juid xmlns="http://www.joulesunlimited.com/juid"/>
</file>

<file path=customXml/item205.xml><?xml version="1.0" encoding="utf-8"?>
<juid xmlns="http://www.joulesunlimited.com/juid"/>
</file>

<file path=customXml/item206.xml><?xml version="1.0" encoding="utf-8"?>
<juid xmlns="http://www.joulesunlimited.com/juid"/>
</file>

<file path=customXml/item207.xml><?xml version="1.0" encoding="utf-8"?>
<juid xmlns="http://www.joulesunlimited.com/juid"/>
</file>

<file path=customXml/item208.xml><?xml version="1.0" encoding="utf-8"?>
<juid xmlns="http://www.joulesunlimited.com/juid"/>
</file>

<file path=customXml/item209.xml><?xml version="1.0" encoding="utf-8"?>
<juid xmlns="http://www.joulesunlimited.com/juid"/>
</file>

<file path=customXml/item210.xml><?xml version="1.0" encoding="utf-8"?>
<juid xmlns="http://www.joulesunlimited.com/juid"/>
</file>

<file path=customXml/item211.xml><?xml version="1.0" encoding="utf-8"?>
<juid xmlns="http://www.joulesunlimited.com/juid"/>
</file>

<file path=customXml/item212.xml><?xml version="1.0" encoding="utf-8"?>
<juid xmlns="http://www.joulesunlimited.com/juid"/>
</file>

<file path=customXml/item213.xml><?xml version="1.0" encoding="utf-8"?>
<juid xmlns="http://www.joulesunlimited.com/juid"/>
</file>

<file path=customXml/item214.xml><?xml version="1.0" encoding="utf-8"?>
<juid xmlns="http://www.joulesunlimited.com/juid"/>
</file>

<file path=customXml/item215.xml><?xml version="1.0" encoding="utf-8"?>
<juid xmlns="http://www.joulesunlimited.com/juid"/>
</file>

<file path=customXml/item216.xml><?xml version="1.0" encoding="utf-8"?>
<juid xmlns="http://www.joulesunlimited.com/juid"/>
</file>

<file path=customXml/item217.xml><?xml version="1.0" encoding="utf-8"?>
<juid xmlns="http://www.joulesunlimited.com/juid"/>
</file>

<file path=customXml/item218.xml><?xml version="1.0" encoding="utf-8"?>
<juid xmlns="http://www.joulesunlimited.com/juid"/>
</file>

<file path=customXml/item219.xml><?xml version="1.0" encoding="utf-8"?>
<juid xmlns="http://www.joulesunlimited.com/juid"/>
</file>

<file path=customXml/item220.xml><?xml version="1.0" encoding="utf-8"?>
<juid xmlns="http://www.joulesunlimited.com/juid"/>
</file>

<file path=customXml/item221.xml><?xml version="1.0" encoding="utf-8"?>
<juid xmlns="http://www.joulesunlimited.com/juid"/>
</file>

<file path=customXml/item222.xml><?xml version="1.0" encoding="utf-8"?>
<juid xmlns="http://www.joulesunlimited.com/juid"/>
</file>

<file path=customXml/item223.xml><?xml version="1.0" encoding="utf-8"?>
<juid xmlns="http://www.joulesunlimited.com/juid"/>
</file>

<file path=customXml/item224.xml><?xml version="1.0" encoding="utf-8"?>
<juid xmlns="http://www.joulesunlimited.com/juid"/>
</file>

<file path=customXml/item225.xml><?xml version="1.0" encoding="utf-8"?>
<juid xmlns="http://www.joulesunlimited.com/juid"/>
</file>

<file path=customXml/item226.xml><?xml version="1.0" encoding="utf-8"?>
<juid xmlns="http://www.joulesunlimited.com/juid"/>
</file>

<file path=customXml/item227.xml><?xml version="1.0" encoding="utf-8"?>
<juid xmlns="http://www.joulesunlimited.com/juid"/>
</file>

<file path=customXml/item228.xml><?xml version="1.0" encoding="utf-8"?>
<juid xmlns="http://www.joulesunlimited.com/juid"/>
</file>

<file path=customXml/item229.xml><?xml version="1.0" encoding="utf-8"?>
<juid xmlns="http://www.joulesunlimited.com/juid"/>
</file>

<file path=customXml/item230.xml><?xml version="1.0" encoding="utf-8"?>
<juid xmlns="http://www.joulesunlimited.com/juid"/>
</file>

<file path=customXml/item231.xml><?xml version="1.0" encoding="utf-8"?>
<juid xmlns="http://www.joulesunlimited.com/juid"/>
</file>

<file path=customXml/item232.xml><?xml version="1.0" encoding="utf-8"?>
<juid xmlns="http://www.joulesunlimited.com/juid"/>
</file>

<file path=customXml/item233.xml><?xml version="1.0" encoding="utf-8"?>
<juid xmlns="http://www.joulesunlimited.com/juid"/>
</file>

<file path=customXml/item234.xml><?xml version="1.0" encoding="utf-8"?>
<juid xmlns="http://www.joulesunlimited.com/juid"/>
</file>

<file path=customXml/item235.xml><?xml version="1.0" encoding="utf-8"?>
<juid xmlns="http://www.joulesunlimited.com/juid"/>
</file>

<file path=customXml/item236.xml><?xml version="1.0" encoding="utf-8"?>
<juid xmlns="http://www.joulesunlimited.com/juid"/>
</file>

<file path=customXml/item237.xml><?xml version="1.0" encoding="utf-8"?>
<juid xmlns="http://www.joulesunlimited.com/juid"/>
</file>

<file path=customXml/item238.xml><?xml version="1.0" encoding="utf-8"?>
<juid xmlns="http://www.joulesunlimited.com/juid"/>
</file>

<file path=customXml/item239.xml><?xml version="1.0" encoding="utf-8"?>
<juid xmlns="http://www.joulesunlimited.com/juid"/>
</file>

<file path=customXml/item240.xml><?xml version="1.0" encoding="utf-8"?>
<juid xmlns="http://www.joulesunlimited.com/juid"/>
</file>

<file path=customXml/item241.xml><?xml version="1.0" encoding="utf-8"?>
<juid xmlns="http://www.joulesunlimited.com/juid"/>
</file>

<file path=customXml/item242.xml><?xml version="1.0" encoding="utf-8"?>
<juid xmlns="http://www.joulesunlimited.com/juid"/>
</file>

<file path=customXml/item243.xml><?xml version="1.0" encoding="utf-8"?>
<juid xmlns="http://www.joulesunlimited.com/juid"/>
</file>

<file path=customXml/item244.xml><?xml version="1.0" encoding="utf-8"?>
<juid xmlns="http://www.joulesunlimited.com/juid"/>
</file>

<file path=customXml/item245.xml><?xml version="1.0" encoding="utf-8"?>
<juid xmlns="http://www.joulesunlimited.com/juid"/>
</file>

<file path=customXml/item246.xml><?xml version="1.0" encoding="utf-8"?>
<juid xmlns="http://www.joulesunlimited.com/juid"/>
</file>

<file path=customXml/item247.xml><?xml version="1.0" encoding="utf-8"?>
<juid xmlns="http://www.joulesunlimited.com/juid"/>
</file>

<file path=customXml/item248.xml><?xml version="1.0" encoding="utf-8"?>
<juid xmlns="http://www.joulesunlimited.com/juid"/>
</file>

<file path=customXml/item249.xml><?xml version="1.0" encoding="utf-8"?>
<juid xmlns="http://www.joulesunlimited.com/juid"/>
</file>

<file path=customXml/item250.xml><?xml version="1.0" encoding="utf-8"?>
<juid xmlns="http://www.joulesunlimited.com/juid"/>
</file>

<file path=customXml/item251.xml><?xml version="1.0" encoding="utf-8"?>
<juid xmlns="http://www.joulesunlimited.com/juid"/>
</file>

<file path=customXml/item252.xml><?xml version="1.0" encoding="utf-8"?>
<juid xmlns="http://www.joulesunlimited.com/juid"/>
</file>

<file path=customXml/item253.xml><?xml version="1.0" encoding="utf-8"?>
<juid xmlns="http://www.joulesunlimited.com/juid"/>
</file>

<file path=customXml/item254.xml><?xml version="1.0" encoding="utf-8"?>
<juid xmlns="http://www.joulesunlimited.com/juid"/>
</file>

<file path=customXml/item255.xml><?xml version="1.0" encoding="utf-8"?>
<juid xmlns="http://www.joulesunlimited.com/juid"/>
</file>

<file path=customXml/item256.xml><?xml version="1.0" encoding="utf-8"?>
<juid xmlns="http://www.joulesunlimited.com/juid"/>
</file>

<file path=customXml/item257.xml><?xml version="1.0" encoding="utf-8"?>
<juid xmlns="http://www.joulesunlimited.com/juid"/>
</file>

<file path=customXml/item258.xml><?xml version="1.0" encoding="utf-8"?>
<juid xmlns="http://www.joulesunlimited.com/juid"/>
</file>

<file path=customXml/item259.xml><?xml version="1.0" encoding="utf-8"?>
<juid xmlns="http://www.joulesunlimited.com/juid"/>
</file>

<file path=customXml/item260.xml><?xml version="1.0" encoding="utf-8"?>
<juid xmlns="http://www.joulesunlimited.com/juid"/>
</file>

<file path=customXml/item261.xml><?xml version="1.0" encoding="utf-8"?>
<juid xmlns="http://www.joulesunlimited.com/juid"/>
</file>

<file path=customXml/item262.xml><?xml version="1.0" encoding="utf-8"?>
<juid xmlns="http://www.joulesunlimited.com/juid"/>
</file>

<file path=customXml/item263.xml><?xml version="1.0" encoding="utf-8"?>
<juid xmlns="http://www.joulesunlimited.com/juid"/>
</file>

<file path=customXml/item264.xml><?xml version="1.0" encoding="utf-8"?>
<juid xmlns="http://www.joulesunlimited.com/juid"/>
</file>

<file path=customXml/item265.xml><?xml version="1.0" encoding="utf-8"?>
<juid xmlns="http://www.joulesunlimited.com/juid"/>
</file>

<file path=customXml/item266.xml><?xml version="1.0" encoding="utf-8"?>
<juid xmlns="http://www.joulesunlimited.com/juid"/>
</file>

<file path=customXml/item267.xml><?xml version="1.0" encoding="utf-8"?>
<juid xmlns="http://www.joulesunlimited.com/juid"/>
</file>

<file path=customXml/item268.xml><?xml version="1.0" encoding="utf-8"?>
<juid xmlns="http://www.joulesunlimited.com/juid"/>
</file>

<file path=customXml/item269.xml><?xml version="1.0" encoding="utf-8"?>
<juid xmlns="http://www.joulesunlimited.com/juid"/>
</file>

<file path=customXml/item270.xml><?xml version="1.0" encoding="utf-8"?>
<juid xmlns="http://www.joulesunlimited.com/juid"/>
</file>

<file path=customXml/item271.xml><?xml version="1.0" encoding="utf-8"?>
<juid xmlns="http://www.joulesunlimited.com/juid"/>
</file>

<file path=customXml/item272.xml><?xml version="1.0" encoding="utf-8"?>
<juid xmlns="http://www.joulesunlimited.com/juid"/>
</file>

<file path=customXml/item273.xml><?xml version="1.0" encoding="utf-8"?>
<juid xmlns="http://www.joulesunlimited.com/juid"/>
</file>

<file path=customXml/item274.xml><?xml version="1.0" encoding="utf-8"?>
<juid xmlns="http://www.joulesunlimited.com/juid"/>
</file>

<file path=customXml/item275.xml><?xml version="1.0" encoding="utf-8"?>
<juid xmlns="http://www.joulesunlimited.com/juid"/>
</file>

<file path=customXml/item276.xml><?xml version="1.0" encoding="utf-8"?>
<juid xmlns="http://www.joulesunlimited.com/juid"/>
</file>

<file path=customXml/item277.xml><?xml version="1.0" encoding="utf-8"?>
<juid xmlns="http://www.joulesunlimited.com/juid"/>
</file>

<file path=customXml/item278.xml><?xml version="1.0" encoding="utf-8"?>
<juid xmlns="http://www.joulesunlimited.com/juid"/>
</file>

<file path=customXml/item279.xml><?xml version="1.0" encoding="utf-8"?>
<juid xmlns="http://www.joulesunlimited.com/juid"/>
</file>

<file path=customXml/item280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0598cb-5732-4be3-9c2b-cd37da96a22e">
      <Terms xmlns="http://schemas.microsoft.com/office/infopath/2007/PartnerControls"/>
    </lcf76f155ced4ddcb4097134ff3c332f>
    <TaxCatchAll xmlns="5811c8ba-2203-4092-b266-7e03b606f912" xsi:nil="true"/>
  </documentManagement>
</p:properties>
</file>

<file path=customXml/item281.xml><?xml version="1.0" encoding="utf-8"?>
<juid xmlns="http://www.joulesunlimited.com/juid"/>
</file>

<file path=customXml/item282.xml><?xml version="1.0" encoding="utf-8"?>
<juid xmlns="http://www.joulesunlimited.com/juid"/>
</file>

<file path=customXml/item283.xml><?xml version="1.0" encoding="utf-8"?>
<juid xmlns="http://www.joulesunlimited.com/juid"/>
</file>

<file path=customXml/item284.xml><?xml version="1.0" encoding="utf-8"?>
<juid xmlns="http://www.joulesunlimited.com/juid"/>
</file>

<file path=customXml/item285.xml><?xml version="1.0" encoding="utf-8"?>
<juid xmlns="http://www.joulesunlimited.com/juid"/>
</file>

<file path=customXml/item286.xml><?xml version="1.0" encoding="utf-8"?>
<juid xmlns="http://www.joulesunlimited.com/juid"/>
</file>

<file path=customXml/item287.xml><?xml version="1.0" encoding="utf-8"?>
<juid xmlns="http://www.joulesunlimited.com/juid"/>
</file>

<file path=customXml/item288.xml><?xml version="1.0" encoding="utf-8"?>
<juid xmlns="http://www.joulesunlimited.com/juid"/>
</file>

<file path=customXml/item289.xml><?xml version="1.0" encoding="utf-8"?>
<juid xmlns="http://www.joulesunlimited.com/juid"/>
</file>

<file path=customXml/item290.xml><?xml version="1.0" encoding="utf-8"?>
<juid xmlns="http://www.joulesunlimited.com/juid"/>
</file>

<file path=customXml/item291.xml><?xml version="1.0" encoding="utf-8"?>
<juid xmlns="http://www.joulesunlimited.com/juid"/>
</file>

<file path=customXml/item292.xml><?xml version="1.0" encoding="utf-8"?>
<juid xmlns="http://www.joulesunlimited.com/juid"/>
</file>

<file path=customXml/item293.xml><?xml version="1.0" encoding="utf-8"?>
<juid xmlns="http://www.joulesunlimited.com/juid"/>
</file>

<file path=customXml/item294.xml><?xml version="1.0" encoding="utf-8"?>
<juid xmlns="http://www.joulesunlimited.com/juid"/>
</file>

<file path=customXml/item295.xml><?xml version="1.0" encoding="utf-8"?>
<juid xmlns="http://www.joulesunlimited.com/juid"/>
</file>

<file path=customXml/item296.xml><?xml version="1.0" encoding="utf-8"?>
<juid xmlns="http://www.joulesunlimited.com/juid"/>
</file>

<file path=customXml/item297.xml><?xml version="1.0" encoding="utf-8"?>
<juid xmlns="http://www.joulesunlimited.com/juid"/>
</file>

<file path=customXml/item298.xml><?xml version="1.0" encoding="utf-8"?>
<juid xmlns="http://www.joulesunlimited.com/juid"/>
</file>

<file path=customXml/item299.xml><?xml version="1.0" encoding="utf-8"?>
<juid xmlns="http://www.joulesunlimited.com/juid"/>
</file>

<file path=customXml/item300.xml><?xml version="1.0" encoding="utf-8"?>
<juid xmlns="http://www.joulesunlimited.com/juid"/>
</file>

<file path=customXml/item301.xml><?xml version="1.0" encoding="utf-8"?>
<juid xmlns="http://www.joulesunlimited.com/juid"/>
</file>

<file path=customXml/item302.xml><?xml version="1.0" encoding="utf-8"?>
<juid xmlns="http://www.joulesunlimited.com/juid"/>
</file>

<file path=customXml/item303.xml><?xml version="1.0" encoding="utf-8"?>
<juid xmlns="http://www.joulesunlimited.com/juid"/>
</file>

<file path=customXml/item304.xml><?xml version="1.0" encoding="utf-8"?>
<juid xmlns="http://www.joulesunlimited.com/juid"/>
</file>

<file path=customXml/item305.xml><?xml version="1.0" encoding="utf-8"?>
<juid xmlns="http://www.joulesunlimited.com/juid"/>
</file>

<file path=customXml/item306.xml><?xml version="1.0" encoding="utf-8"?>
<juid xmlns="http://www.joulesunlimited.com/juid"/>
</file>

<file path=customXml/item307.xml><?xml version="1.0" encoding="utf-8"?>
<juid xmlns="http://www.joulesunlimited.com/juid"/>
</file>

<file path=customXml/item308.xml><?xml version="1.0" encoding="utf-8"?>
<juid xmlns="http://www.joulesunlimited.com/juid"/>
</file>

<file path=customXml/item309.xml><?xml version="1.0" encoding="utf-8"?>
<juid xmlns="http://www.joulesunlimited.com/juid"/>
</file>

<file path=customXml/item310.xml><?xml version="1.0" encoding="utf-8"?>
<juid xmlns="http://www.joulesunlimited.com/juid"/>
</file>

<file path=customXml/item311.xml><?xml version="1.0" encoding="utf-8"?>
<juid xmlns="http://www.joulesunlimited.com/juid"/>
</file>

<file path=customXml/item312.xml><?xml version="1.0" encoding="utf-8"?>
<juid xmlns="http://www.joulesunlimited.com/juid"/>
</file>

<file path=customXml/item313.xml><?xml version="1.0" encoding="utf-8"?>
<juid xmlns="http://www.joulesunlimited.com/juid"/>
</file>

<file path=customXml/item314.xml><?xml version="1.0" encoding="utf-8"?>
<juid xmlns="http://www.joulesunlimited.com/juid"/>
</file>

<file path=customXml/item315.xml><?xml version="1.0" encoding="utf-8"?>
<juid xmlns="http://www.joulesunlimited.com/juid"/>
</file>

<file path=customXml/item316.xml><?xml version="1.0" encoding="utf-8"?>
<juid xmlns="http://www.joulesunlimited.com/juid"/>
</file>

<file path=customXml/item317.xml><?xml version="1.0" encoding="utf-8"?>
<juid xmlns="http://www.joulesunlimited.com/juid"/>
</file>

<file path=customXml/item318.xml><?xml version="1.0" encoding="utf-8"?>
<juid xmlns="http://www.joulesunlimited.com/juid"/>
</file>

<file path=customXml/item319.xml><?xml version="1.0" encoding="utf-8"?>
<juid xmlns="http://www.joulesunlimited.com/juid"/>
</file>

<file path=customXml/item320.xml><?xml version="1.0" encoding="utf-8"?>
<juid xmlns="http://www.joulesunlimited.com/juid"/>
</file>

<file path=customXml/item321.xml><?xml version="1.0" encoding="utf-8"?>
<juid xmlns="http://www.joulesunlimited.com/juid"/>
</file>

<file path=customXml/item322.xml><?xml version="1.0" encoding="utf-8"?>
<juid xmlns="http://www.joulesunlimited.com/juid"/>
</file>

<file path=customXml/item323.xml><?xml version="1.0" encoding="utf-8"?>
<juid xmlns="http://www.joulesunlimited.com/juid"/>
</file>

<file path=customXml/item324.xml><?xml version="1.0" encoding="utf-8"?>
<juid xmlns="http://www.joulesunlimited.com/juid"/>
</file>

<file path=customXml/item325.xml><?xml version="1.0" encoding="utf-8"?>
<juid xmlns="http://www.joulesunlimited.com/juid"/>
</file>

<file path=customXml/item326.xml><?xml version="1.0" encoding="utf-8"?>
<juid xmlns="http://www.joulesunlimited.com/juid"/>
</file>

<file path=customXml/item327.xml><?xml version="1.0" encoding="utf-8"?>
<juid xmlns="http://www.joulesunlimited.com/juid"/>
</file>

<file path=customXml/item328.xml><?xml version="1.0" encoding="utf-8"?>
<juid xmlns="http://www.joulesunlimited.com/juid"/>
</file>

<file path=customXml/item329.xml><?xml version="1.0" encoding="utf-8"?>
<juid xmlns="http://www.joulesunlimited.com/juid"/>
</file>

<file path=customXml/item330.xml><?xml version="1.0" encoding="utf-8"?>
<juid xmlns="http://www.joulesunlimited.com/juid"/>
</file>

<file path=customXml/item331.xml><?xml version="1.0" encoding="utf-8"?>
<juid xmlns="http://www.joulesunlimited.com/juid"/>
</file>

<file path=customXml/item332.xml><?xml version="1.0" encoding="utf-8"?>
<juid xmlns="http://www.joulesunlimited.com/juid"/>
</file>

<file path=customXml/item333.xml><?xml version="1.0" encoding="utf-8"?>
<juid xmlns="http://www.joulesunlimited.com/juid"/>
</file>

<file path=customXml/itemProps1.xml><?xml version="1.0" encoding="utf-8"?>
<ds:datastoreItem xmlns:ds="http://schemas.openxmlformats.org/officeDocument/2006/customXml" ds:itemID="{9398A55A-7824-4561-A591-857309675CF0}">
  <ds:schemaRefs>
    <ds:schemaRef ds:uri="http://www.joulesunlimited.com/juid"/>
  </ds:schemaRefs>
</ds:datastoreItem>
</file>

<file path=customXml/itemProps2.xml><?xml version="1.0" encoding="utf-8"?>
<ds:datastoreItem xmlns:ds="http://schemas.openxmlformats.org/officeDocument/2006/customXml" ds:itemID="{7A0B6A05-248D-499A-86EE-20BF7F4EF1DC}">
  <ds:schemaRefs>
    <ds:schemaRef ds:uri="http://www.joulesunlimited.com/juid"/>
  </ds:schemaRefs>
</ds:datastoreItem>
</file>

<file path=customXml/itemProps3.xml><?xml version="1.0" encoding="utf-8"?>
<ds:datastoreItem xmlns:ds="http://schemas.openxmlformats.org/officeDocument/2006/customXml" ds:itemID="{C08B30BE-CEFA-4B10-972C-0A35D56E6A1F}">
  <ds:schemaRefs>
    <ds:schemaRef ds:uri="http://www.joulesunlimited.com/juid"/>
  </ds:schemaRefs>
</ds:datastoreItem>
</file>

<file path=customXml/itemProps4.xml><?xml version="1.0" encoding="utf-8"?>
<ds:datastoreItem xmlns:ds="http://schemas.openxmlformats.org/officeDocument/2006/customXml" ds:itemID="{C9671658-BAB3-459A-A35D-9637686F7B17}">
  <ds:schemaRefs>
    <ds:schemaRef ds:uri="http://www.joulesunlimited.com/juid"/>
  </ds:schemaRefs>
</ds:datastoreItem>
</file>

<file path=customXml/itemProps5.xml><?xml version="1.0" encoding="utf-8"?>
<ds:datastoreItem xmlns:ds="http://schemas.openxmlformats.org/officeDocument/2006/customXml" ds:itemID="{B4C17DE8-B7BC-433E-A919-472A96204DBD}">
  <ds:schemaRefs>
    <ds:schemaRef ds:uri="http://www.joulesunlimited.com/juid"/>
  </ds:schemaRefs>
</ds:datastoreItem>
</file>

<file path=customXml/itemProps6.xml><?xml version="1.0" encoding="utf-8"?>
<ds:datastoreItem xmlns:ds="http://schemas.openxmlformats.org/officeDocument/2006/customXml" ds:itemID="{85788389-8816-4D77-9964-CA40F5B2C3DD}">
  <ds:schemaRefs>
    <ds:schemaRef ds:uri="http://www.joulesunlimited.com/juid"/>
  </ds:schemaRefs>
</ds:datastoreItem>
</file>

<file path=customXml/itemProps7.xml><?xml version="1.0" encoding="utf-8"?>
<ds:datastoreItem xmlns:ds="http://schemas.openxmlformats.org/officeDocument/2006/customXml" ds:itemID="{3810EFC3-D28B-49A0-BF06-7969515C11AD}">
  <ds:schemaRefs>
    <ds:schemaRef ds:uri="http://www.joulesunlimited.com/juid"/>
  </ds:schemaRefs>
</ds:datastoreItem>
</file>

<file path=customXml/itemProps8.xml><?xml version="1.0" encoding="utf-8"?>
<ds:datastoreItem xmlns:ds="http://schemas.openxmlformats.org/officeDocument/2006/customXml" ds:itemID="{5418AB5E-D1E2-4AF5-8FEC-7A778A009C02}">
  <ds:schemaRefs>
    <ds:schemaRef ds:uri="http://www.joulesunlimited.com/juid"/>
  </ds:schemaRefs>
</ds:datastoreItem>
</file>

<file path=customXml/itemProps9.xml><?xml version="1.0" encoding="utf-8"?>
<ds:datastoreItem xmlns:ds="http://schemas.openxmlformats.org/officeDocument/2006/customXml" ds:itemID="{6B345995-8884-4652-ACA4-1956485026AC}">
  <ds:schemaRefs>
    <ds:schemaRef ds:uri="http://www.joulesunlimited.com/juid"/>
  </ds:schemaRefs>
</ds:datastoreItem>
</file>

<file path=customXml/itemProps10.xml><?xml version="1.0" encoding="utf-8"?>
<ds:datastoreItem xmlns:ds="http://schemas.openxmlformats.org/officeDocument/2006/customXml" ds:itemID="{BA7EF0C8-8C52-4D7A-B696-F2BF0C5308B9}">
  <ds:schemaRefs>
    <ds:schemaRef ds:uri="http://www.joulesunlimited.com/juid"/>
  </ds:schemaRefs>
</ds:datastoreItem>
</file>

<file path=customXml/itemProps11.xml><?xml version="1.0" encoding="utf-8"?>
<ds:datastoreItem xmlns:ds="http://schemas.openxmlformats.org/officeDocument/2006/customXml" ds:itemID="{346218ED-1388-4910-9CEC-B836B73EEEE5}">
  <ds:schemaRefs>
    <ds:schemaRef ds:uri="http://www.joulesunlimited.com/juid"/>
  </ds:schemaRefs>
</ds:datastoreItem>
</file>

<file path=customXml/itemProps12.xml><?xml version="1.0" encoding="utf-8"?>
<ds:datastoreItem xmlns:ds="http://schemas.openxmlformats.org/officeDocument/2006/customXml" ds:itemID="{268FBBB0-68E0-45EB-A1C7-5043CA7D0C8B}">
  <ds:schemaRefs>
    <ds:schemaRef ds:uri="http://www.joulesunlimited.com/juid"/>
  </ds:schemaRefs>
</ds:datastoreItem>
</file>

<file path=customXml/itemProps13.xml><?xml version="1.0" encoding="utf-8"?>
<ds:datastoreItem xmlns:ds="http://schemas.openxmlformats.org/officeDocument/2006/customXml" ds:itemID="{B06D154C-9465-4946-B9A4-1A078B26EB9C}">
  <ds:schemaRefs>
    <ds:schemaRef ds:uri="http://www.joulesunlimited.com/juid"/>
  </ds:schemaRefs>
</ds:datastoreItem>
</file>

<file path=customXml/itemProps14.xml><?xml version="1.0" encoding="utf-8"?>
<ds:datastoreItem xmlns:ds="http://schemas.openxmlformats.org/officeDocument/2006/customXml" ds:itemID="{E2535BCA-0582-4BCB-9444-B711C47836DE}">
  <ds:schemaRefs>
    <ds:schemaRef ds:uri="http://www.joulesunlimited.com/juid"/>
  </ds:schemaRefs>
</ds:datastoreItem>
</file>

<file path=customXml/itemProps15.xml><?xml version="1.0" encoding="utf-8"?>
<ds:datastoreItem xmlns:ds="http://schemas.openxmlformats.org/officeDocument/2006/customXml" ds:itemID="{5957EC06-6349-45B6-92DD-8FC0841A26C9}">
  <ds:schemaRefs>
    <ds:schemaRef ds:uri="http://www.joulesunlimited.com/juid"/>
  </ds:schemaRefs>
</ds:datastoreItem>
</file>

<file path=customXml/itemProps16.xml><?xml version="1.0" encoding="utf-8"?>
<ds:datastoreItem xmlns:ds="http://schemas.openxmlformats.org/officeDocument/2006/customXml" ds:itemID="{40059550-F11A-424B-B42E-27BA934B32C3}">
  <ds:schemaRefs>
    <ds:schemaRef ds:uri="http://www.joulesunlimited.com/juid"/>
  </ds:schemaRefs>
</ds:datastoreItem>
</file>

<file path=customXml/itemProps17.xml><?xml version="1.0" encoding="utf-8"?>
<ds:datastoreItem xmlns:ds="http://schemas.openxmlformats.org/officeDocument/2006/customXml" ds:itemID="{D05B375B-49C5-4E16-9665-E299908F2129}">
  <ds:schemaRefs>
    <ds:schemaRef ds:uri="http://www.joulesunlimited.com/juid"/>
  </ds:schemaRefs>
</ds:datastoreItem>
</file>

<file path=customXml/itemProps18.xml><?xml version="1.0" encoding="utf-8"?>
<ds:datastoreItem xmlns:ds="http://schemas.openxmlformats.org/officeDocument/2006/customXml" ds:itemID="{5E2800A0-26CB-47F9-9D03-5A3C02115EAD}">
  <ds:schemaRefs>
    <ds:schemaRef ds:uri="http://www.joulesunlimited.com/juid"/>
  </ds:schemaRefs>
</ds:datastoreItem>
</file>

<file path=customXml/itemProps19.xml><?xml version="1.0" encoding="utf-8"?>
<ds:datastoreItem xmlns:ds="http://schemas.openxmlformats.org/officeDocument/2006/customXml" ds:itemID="{A4E71133-5506-4574-85F6-0638391D4418}">
  <ds:schemaRefs>
    <ds:schemaRef ds:uri="http://www.joulesunlimited.com/juid"/>
  </ds:schemaRefs>
</ds:datastoreItem>
</file>

<file path=customXml/itemProps20.xml><?xml version="1.0" encoding="utf-8"?>
<ds:datastoreItem xmlns:ds="http://schemas.openxmlformats.org/officeDocument/2006/customXml" ds:itemID="{4BB8DD19-12AC-4C08-AC68-26D516F1AE06}">
  <ds:schemaRefs>
    <ds:schemaRef ds:uri="http://www.joulesunlimited.com/juid"/>
  </ds:schemaRefs>
</ds:datastoreItem>
</file>

<file path=customXml/itemProps21.xml><?xml version="1.0" encoding="utf-8"?>
<ds:datastoreItem xmlns:ds="http://schemas.openxmlformats.org/officeDocument/2006/customXml" ds:itemID="{D43FCC15-C7A4-4FDF-B9FB-88A157C6A2E8}">
  <ds:schemaRefs>
    <ds:schemaRef ds:uri="http://www.joulesunlimited.com/juid"/>
  </ds:schemaRefs>
</ds:datastoreItem>
</file>

<file path=customXml/itemProps22.xml><?xml version="1.0" encoding="utf-8"?>
<ds:datastoreItem xmlns:ds="http://schemas.openxmlformats.org/officeDocument/2006/customXml" ds:itemID="{623E07F7-80D3-4864-BD27-BC986D736D8C}">
  <ds:schemaRefs>
    <ds:schemaRef ds:uri="http://www.joulesunlimited.com/juid"/>
  </ds:schemaRefs>
</ds:datastoreItem>
</file>

<file path=customXml/itemProps23.xml><?xml version="1.0" encoding="utf-8"?>
<ds:datastoreItem xmlns:ds="http://schemas.openxmlformats.org/officeDocument/2006/customXml" ds:itemID="{9E387DE2-6889-4799-8662-4B46292A49A4}">
  <ds:schemaRefs>
    <ds:schemaRef ds:uri="http://www.joulesunlimited.com/juid"/>
  </ds:schemaRefs>
</ds:datastoreItem>
</file>

<file path=customXml/itemProps24.xml><?xml version="1.0" encoding="utf-8"?>
<ds:datastoreItem xmlns:ds="http://schemas.openxmlformats.org/officeDocument/2006/customXml" ds:itemID="{F84EA5E4-D6E2-415F-A940-300B70990368}">
  <ds:schemaRefs>
    <ds:schemaRef ds:uri="http://www.joulesunlimited.com/juid"/>
  </ds:schemaRefs>
</ds:datastoreItem>
</file>

<file path=customXml/itemProps25.xml><?xml version="1.0" encoding="utf-8"?>
<ds:datastoreItem xmlns:ds="http://schemas.openxmlformats.org/officeDocument/2006/customXml" ds:itemID="{370304DE-84B1-4C7C-8CA9-E7600EBDA4E2}">
  <ds:schemaRefs>
    <ds:schemaRef ds:uri="http://www.joulesunlimited.com/juid"/>
  </ds:schemaRefs>
</ds:datastoreItem>
</file>

<file path=customXml/itemProps26.xml><?xml version="1.0" encoding="utf-8"?>
<ds:datastoreItem xmlns:ds="http://schemas.openxmlformats.org/officeDocument/2006/customXml" ds:itemID="{ED86738A-BD6E-411A-BE9A-81FCA2EFB506}">
  <ds:schemaRefs>
    <ds:schemaRef ds:uri="http://www.joulesunlimited.com/juid"/>
  </ds:schemaRefs>
</ds:datastoreItem>
</file>

<file path=customXml/itemProps27.xml><?xml version="1.0" encoding="utf-8"?>
<ds:datastoreItem xmlns:ds="http://schemas.openxmlformats.org/officeDocument/2006/customXml" ds:itemID="{FE8B39CB-6072-435F-9974-EEC669636D08}">
  <ds:schemaRefs>
    <ds:schemaRef ds:uri="http://www.joulesunlimited.com/juid"/>
  </ds:schemaRefs>
</ds:datastoreItem>
</file>

<file path=customXml/itemProps28.xml><?xml version="1.0" encoding="utf-8"?>
<ds:datastoreItem xmlns:ds="http://schemas.openxmlformats.org/officeDocument/2006/customXml" ds:itemID="{B67AD8CC-35B1-4BF2-B0FA-361DB33EA2D5}">
  <ds:schemaRefs>
    <ds:schemaRef ds:uri="http://www.joulesunlimited.com/juid"/>
  </ds:schemaRefs>
</ds:datastoreItem>
</file>

<file path=customXml/itemProps29.xml><?xml version="1.0" encoding="utf-8"?>
<ds:datastoreItem xmlns:ds="http://schemas.openxmlformats.org/officeDocument/2006/customXml" ds:itemID="{A4EF7E06-871F-444A-9639-0D4A009D80AC}">
  <ds:schemaRefs>
    <ds:schemaRef ds:uri="http://www.joulesunlimited.com/juid"/>
  </ds:schemaRefs>
</ds:datastoreItem>
</file>

<file path=customXml/itemProps30.xml><?xml version="1.0" encoding="utf-8"?>
<ds:datastoreItem xmlns:ds="http://schemas.openxmlformats.org/officeDocument/2006/customXml" ds:itemID="{BE402A91-AE45-49B0-86FA-8CC17BCBFD34}">
  <ds:schemaRefs>
    <ds:schemaRef ds:uri="http://www.joulesunlimited.com/juid"/>
  </ds:schemaRefs>
</ds:datastoreItem>
</file>

<file path=customXml/itemProps31.xml><?xml version="1.0" encoding="utf-8"?>
<ds:datastoreItem xmlns:ds="http://schemas.openxmlformats.org/officeDocument/2006/customXml" ds:itemID="{9E6DAAC8-C020-4112-B70A-F2BB04A065B6}">
  <ds:schemaRefs>
    <ds:schemaRef ds:uri="http://www.joulesunlimited.com/juid"/>
  </ds:schemaRefs>
</ds:datastoreItem>
</file>

<file path=customXml/itemProps32.xml><?xml version="1.0" encoding="utf-8"?>
<ds:datastoreItem xmlns:ds="http://schemas.openxmlformats.org/officeDocument/2006/customXml" ds:itemID="{B62CC34F-097F-42CD-B544-AE000F81B22A}">
  <ds:schemaRefs>
    <ds:schemaRef ds:uri="http://www.joulesunlimited.com/juid"/>
  </ds:schemaRefs>
</ds:datastoreItem>
</file>

<file path=customXml/itemProps33.xml><?xml version="1.0" encoding="utf-8"?>
<ds:datastoreItem xmlns:ds="http://schemas.openxmlformats.org/officeDocument/2006/customXml" ds:itemID="{75CA81AF-A0F1-4E11-8FFB-334A7446ECDA}">
  <ds:schemaRefs>
    <ds:schemaRef ds:uri="http://www.joulesunlimited.com/juid"/>
  </ds:schemaRefs>
</ds:datastoreItem>
</file>

<file path=customXml/itemProps34.xml><?xml version="1.0" encoding="utf-8"?>
<ds:datastoreItem xmlns:ds="http://schemas.openxmlformats.org/officeDocument/2006/customXml" ds:itemID="{67A8D12A-295C-48F9-B1AB-54179E913596}">
  <ds:schemaRefs>
    <ds:schemaRef ds:uri="http://www.joulesunlimited.com/juid"/>
  </ds:schemaRefs>
</ds:datastoreItem>
</file>

<file path=customXml/itemProps35.xml><?xml version="1.0" encoding="utf-8"?>
<ds:datastoreItem xmlns:ds="http://schemas.openxmlformats.org/officeDocument/2006/customXml" ds:itemID="{6E9222CE-6E6F-4D63-ADA3-F1CFC67B0295}">
  <ds:schemaRefs>
    <ds:schemaRef ds:uri="http://www.joulesunlimited.com/juid"/>
  </ds:schemaRefs>
</ds:datastoreItem>
</file>

<file path=customXml/itemProps36.xml><?xml version="1.0" encoding="utf-8"?>
<ds:datastoreItem xmlns:ds="http://schemas.openxmlformats.org/officeDocument/2006/customXml" ds:itemID="{327EF6CA-4FEC-486C-9205-882F87EF784C}">
  <ds:schemaRefs>
    <ds:schemaRef ds:uri="http://www.joulesunlimited.com/juid"/>
  </ds:schemaRefs>
</ds:datastoreItem>
</file>

<file path=customXml/itemProps37.xml><?xml version="1.0" encoding="utf-8"?>
<ds:datastoreItem xmlns:ds="http://schemas.openxmlformats.org/officeDocument/2006/customXml" ds:itemID="{54F9591B-A0BE-4C7F-9E95-1B743D0B2A17}">
  <ds:schemaRefs>
    <ds:schemaRef ds:uri="http://www.joulesunlimited.com/juid"/>
  </ds:schemaRefs>
</ds:datastoreItem>
</file>

<file path=customXml/itemProps38.xml><?xml version="1.0" encoding="utf-8"?>
<ds:datastoreItem xmlns:ds="http://schemas.openxmlformats.org/officeDocument/2006/customXml" ds:itemID="{BF3D23C4-6215-4519-9F68-A2C8E227B6E3}">
  <ds:schemaRefs>
    <ds:schemaRef ds:uri="http://www.joulesunlimited.com/juid"/>
  </ds:schemaRefs>
</ds:datastoreItem>
</file>

<file path=customXml/itemProps39.xml><?xml version="1.0" encoding="utf-8"?>
<ds:datastoreItem xmlns:ds="http://schemas.openxmlformats.org/officeDocument/2006/customXml" ds:itemID="{F7E39C3B-B713-460C-9737-3C8474D3C7DF}">
  <ds:schemaRefs>
    <ds:schemaRef ds:uri="http://www.joulesunlimited.com/juid"/>
  </ds:schemaRefs>
</ds:datastoreItem>
</file>

<file path=customXml/itemProps40.xml><?xml version="1.0" encoding="utf-8"?>
<ds:datastoreItem xmlns:ds="http://schemas.openxmlformats.org/officeDocument/2006/customXml" ds:itemID="{BAF19E12-85A7-44AD-A53D-141EA1BE8BD3}">
  <ds:schemaRefs>
    <ds:schemaRef ds:uri="http://www.joulesunlimited.com/juid"/>
  </ds:schemaRefs>
</ds:datastoreItem>
</file>

<file path=customXml/itemProps41.xml><?xml version="1.0" encoding="utf-8"?>
<ds:datastoreItem xmlns:ds="http://schemas.openxmlformats.org/officeDocument/2006/customXml" ds:itemID="{6FDED315-4F42-4EFD-BE35-246640AD31CF}">
  <ds:schemaRefs>
    <ds:schemaRef ds:uri="http://www.joulesunlimited.com/juid"/>
  </ds:schemaRefs>
</ds:datastoreItem>
</file>

<file path=customXml/itemProps42.xml><?xml version="1.0" encoding="utf-8"?>
<ds:datastoreItem xmlns:ds="http://schemas.openxmlformats.org/officeDocument/2006/customXml" ds:itemID="{38A7314D-90F1-49E3-8159-9E956ABA3785}">
  <ds:schemaRefs>
    <ds:schemaRef ds:uri="http://www.joulesunlimited.com/juid"/>
  </ds:schemaRefs>
</ds:datastoreItem>
</file>

<file path=customXml/itemProps43.xml><?xml version="1.0" encoding="utf-8"?>
<ds:datastoreItem xmlns:ds="http://schemas.openxmlformats.org/officeDocument/2006/customXml" ds:itemID="{2346BBA2-C656-4A39-91D2-809B9B11776F}">
  <ds:schemaRefs>
    <ds:schemaRef ds:uri="http://www.joulesunlimited.com/juid"/>
  </ds:schemaRefs>
</ds:datastoreItem>
</file>

<file path=customXml/itemProps44.xml><?xml version="1.0" encoding="utf-8"?>
<ds:datastoreItem xmlns:ds="http://schemas.openxmlformats.org/officeDocument/2006/customXml" ds:itemID="{87B6C2F0-C36C-4A2C-AFA1-856A50F921B8}">
  <ds:schemaRefs>
    <ds:schemaRef ds:uri="http://www.joulesunlimited.com/juid"/>
  </ds:schemaRefs>
</ds:datastoreItem>
</file>

<file path=customXml/itemProps45.xml><?xml version="1.0" encoding="utf-8"?>
<ds:datastoreItem xmlns:ds="http://schemas.openxmlformats.org/officeDocument/2006/customXml" ds:itemID="{1BFC2651-4367-46EC-82DB-186184F162DD}">
  <ds:schemaRefs>
    <ds:schemaRef ds:uri="http://www.joulesunlimited.com/juid"/>
  </ds:schemaRefs>
</ds:datastoreItem>
</file>

<file path=customXml/itemProps46.xml><?xml version="1.0" encoding="utf-8"?>
<ds:datastoreItem xmlns:ds="http://schemas.openxmlformats.org/officeDocument/2006/customXml" ds:itemID="{F68F38E9-23FE-4473-94B8-239301372A02}">
  <ds:schemaRefs>
    <ds:schemaRef ds:uri="http://www.joulesunlimited.com/juid"/>
  </ds:schemaRefs>
</ds:datastoreItem>
</file>

<file path=customXml/itemProps47.xml><?xml version="1.0" encoding="utf-8"?>
<ds:datastoreItem xmlns:ds="http://schemas.openxmlformats.org/officeDocument/2006/customXml" ds:itemID="{B3B15D41-0F41-4D2E-860C-8AB6D4948F40}">
  <ds:schemaRefs>
    <ds:schemaRef ds:uri="http://www.joulesunlimited.com/juid"/>
  </ds:schemaRefs>
</ds:datastoreItem>
</file>

<file path=customXml/itemProps48.xml><?xml version="1.0" encoding="utf-8"?>
<ds:datastoreItem xmlns:ds="http://schemas.openxmlformats.org/officeDocument/2006/customXml" ds:itemID="{CBD30632-906C-4795-89EC-D1FA51050EAD}">
  <ds:schemaRefs>
    <ds:schemaRef ds:uri="http://www.joulesunlimited.com/juid"/>
  </ds:schemaRefs>
</ds:datastoreItem>
</file>

<file path=customXml/itemProps49.xml><?xml version="1.0" encoding="utf-8"?>
<ds:datastoreItem xmlns:ds="http://schemas.openxmlformats.org/officeDocument/2006/customXml" ds:itemID="{717E5735-F5F1-45E9-8326-D9831422C14F}">
  <ds:schemaRefs>
    <ds:schemaRef ds:uri="http://www.joulesunlimited.com/juid"/>
  </ds:schemaRefs>
</ds:datastoreItem>
</file>

<file path=customXml/itemProps50.xml><?xml version="1.0" encoding="utf-8"?>
<ds:datastoreItem xmlns:ds="http://schemas.openxmlformats.org/officeDocument/2006/customXml" ds:itemID="{16437661-C19A-4099-AA54-9F9AA96F38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0598cb-5732-4be3-9c2b-cd37da96a22e"/>
    <ds:schemaRef ds:uri="5811c8ba-2203-4092-b266-7e03b606f9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1.xml><?xml version="1.0" encoding="utf-8"?>
<ds:datastoreItem xmlns:ds="http://schemas.openxmlformats.org/officeDocument/2006/customXml" ds:itemID="{26782BAE-AE0F-43A2-95E8-8F484CF128E0}">
  <ds:schemaRefs>
    <ds:schemaRef ds:uri="http://www.joulesunlimited.com/juid"/>
  </ds:schemaRefs>
</ds:datastoreItem>
</file>

<file path=customXml/itemProps52.xml><?xml version="1.0" encoding="utf-8"?>
<ds:datastoreItem xmlns:ds="http://schemas.openxmlformats.org/officeDocument/2006/customXml" ds:itemID="{C94D87CA-796D-4FAC-B922-D6F3248A50F3}">
  <ds:schemaRefs>
    <ds:schemaRef ds:uri="http://www.joulesunlimited.com/juid"/>
  </ds:schemaRefs>
</ds:datastoreItem>
</file>

<file path=customXml/itemProps53.xml><?xml version="1.0" encoding="utf-8"?>
<ds:datastoreItem xmlns:ds="http://schemas.openxmlformats.org/officeDocument/2006/customXml" ds:itemID="{ABCCEBE1-5051-4FCE-8E85-E4CD952D8201}">
  <ds:schemaRefs>
    <ds:schemaRef ds:uri="http://www.joulesunlimited.com/juid"/>
  </ds:schemaRefs>
</ds:datastoreItem>
</file>

<file path=customXml/itemProps54.xml><?xml version="1.0" encoding="utf-8"?>
<ds:datastoreItem xmlns:ds="http://schemas.openxmlformats.org/officeDocument/2006/customXml" ds:itemID="{CA1C618A-7A26-4C87-B876-D86A69592E52}">
  <ds:schemaRefs>
    <ds:schemaRef ds:uri="http://www.joulesunlimited.com/juid"/>
  </ds:schemaRefs>
</ds:datastoreItem>
</file>

<file path=customXml/itemProps55.xml><?xml version="1.0" encoding="utf-8"?>
<ds:datastoreItem xmlns:ds="http://schemas.openxmlformats.org/officeDocument/2006/customXml" ds:itemID="{910CB401-4D00-42BD-A84D-3EF9C9038D52}">
  <ds:schemaRefs>
    <ds:schemaRef ds:uri="http://www.joulesunlimited.com/juid"/>
  </ds:schemaRefs>
</ds:datastoreItem>
</file>

<file path=customXml/itemProps56.xml><?xml version="1.0" encoding="utf-8"?>
<ds:datastoreItem xmlns:ds="http://schemas.openxmlformats.org/officeDocument/2006/customXml" ds:itemID="{D6A72B4C-C6C7-4220-9440-6323874572F3}">
  <ds:schemaRefs>
    <ds:schemaRef ds:uri="http://www.joulesunlimited.com/juid"/>
  </ds:schemaRefs>
</ds:datastoreItem>
</file>

<file path=customXml/itemProps57.xml><?xml version="1.0" encoding="utf-8"?>
<ds:datastoreItem xmlns:ds="http://schemas.openxmlformats.org/officeDocument/2006/customXml" ds:itemID="{F49355A2-0480-409B-B03B-5BFD0C5AADED}">
  <ds:schemaRefs>
    <ds:schemaRef ds:uri="http://www.joulesunlimited.com/juid"/>
  </ds:schemaRefs>
</ds:datastoreItem>
</file>

<file path=customXml/itemProps58.xml><?xml version="1.0" encoding="utf-8"?>
<ds:datastoreItem xmlns:ds="http://schemas.openxmlformats.org/officeDocument/2006/customXml" ds:itemID="{E577303C-C576-4C69-909A-88CB36E92F62}">
  <ds:schemaRefs>
    <ds:schemaRef ds:uri="http://www.joulesunlimited.com/juid"/>
  </ds:schemaRefs>
</ds:datastoreItem>
</file>

<file path=customXml/itemProps59.xml><?xml version="1.0" encoding="utf-8"?>
<ds:datastoreItem xmlns:ds="http://schemas.openxmlformats.org/officeDocument/2006/customXml" ds:itemID="{2DFD8EC8-F511-4D07-93F6-4075FCA698AD}">
  <ds:schemaRefs>
    <ds:schemaRef ds:uri="http://www.joulesunlimited.com/juid"/>
  </ds:schemaRefs>
</ds:datastoreItem>
</file>

<file path=customXml/itemProps60.xml><?xml version="1.0" encoding="utf-8"?>
<ds:datastoreItem xmlns:ds="http://schemas.openxmlformats.org/officeDocument/2006/customXml" ds:itemID="{A852A560-902A-4A21-9705-19A734C26088}">
  <ds:schemaRefs>
    <ds:schemaRef ds:uri="http://www.joulesunlimited.com/juid"/>
  </ds:schemaRefs>
</ds:datastoreItem>
</file>

<file path=customXml/itemProps61.xml><?xml version="1.0" encoding="utf-8"?>
<ds:datastoreItem xmlns:ds="http://schemas.openxmlformats.org/officeDocument/2006/customXml" ds:itemID="{EE664D23-78B5-46B3-8EA9-3940058CD23D}">
  <ds:schemaRefs>
    <ds:schemaRef ds:uri="http://www.joulesunlimited.com/juid"/>
  </ds:schemaRefs>
</ds:datastoreItem>
</file>

<file path=customXml/itemProps62.xml><?xml version="1.0" encoding="utf-8"?>
<ds:datastoreItem xmlns:ds="http://schemas.openxmlformats.org/officeDocument/2006/customXml" ds:itemID="{01E3EDA8-BDE3-49F1-95CA-FE2DBEB2F77A}">
  <ds:schemaRefs>
    <ds:schemaRef ds:uri="http://www.joulesunlimited.com/juid"/>
  </ds:schemaRefs>
</ds:datastoreItem>
</file>

<file path=customXml/itemProps63.xml><?xml version="1.0" encoding="utf-8"?>
<ds:datastoreItem xmlns:ds="http://schemas.openxmlformats.org/officeDocument/2006/customXml" ds:itemID="{3145ACF2-23E2-4D73-B617-BB725A0EC90F}">
  <ds:schemaRefs>
    <ds:schemaRef ds:uri="http://www.joulesunlimited.com/juid"/>
  </ds:schemaRefs>
</ds:datastoreItem>
</file>

<file path=customXml/itemProps64.xml><?xml version="1.0" encoding="utf-8"?>
<ds:datastoreItem xmlns:ds="http://schemas.openxmlformats.org/officeDocument/2006/customXml" ds:itemID="{80B9D798-F745-4BF4-8467-9DD6C1D2B1B8}">
  <ds:schemaRefs>
    <ds:schemaRef ds:uri="http://www.joulesunlimited.com/juid"/>
  </ds:schemaRefs>
</ds:datastoreItem>
</file>

<file path=customXml/itemProps65.xml><?xml version="1.0" encoding="utf-8"?>
<ds:datastoreItem xmlns:ds="http://schemas.openxmlformats.org/officeDocument/2006/customXml" ds:itemID="{261FC0BF-1F3E-4734-8C16-75384F498BEB}">
  <ds:schemaRefs>
    <ds:schemaRef ds:uri="http://www.joulesunlimited.com/juid"/>
  </ds:schemaRefs>
</ds:datastoreItem>
</file>

<file path=customXml/itemProps66.xml><?xml version="1.0" encoding="utf-8"?>
<ds:datastoreItem xmlns:ds="http://schemas.openxmlformats.org/officeDocument/2006/customXml" ds:itemID="{5CE30306-F613-443C-955C-3C9E892C2D38}">
  <ds:schemaRefs>
    <ds:schemaRef ds:uri="http://www.joulesunlimited.com/juid"/>
  </ds:schemaRefs>
</ds:datastoreItem>
</file>

<file path=customXml/itemProps67.xml><?xml version="1.0" encoding="utf-8"?>
<ds:datastoreItem xmlns:ds="http://schemas.openxmlformats.org/officeDocument/2006/customXml" ds:itemID="{E6E6D17C-D7A6-48B0-BC41-0BCEC342FDF8}">
  <ds:schemaRefs>
    <ds:schemaRef ds:uri="http://www.joulesunlimited.com/juid"/>
  </ds:schemaRefs>
</ds:datastoreItem>
</file>

<file path=customXml/itemProps68.xml><?xml version="1.0" encoding="utf-8"?>
<ds:datastoreItem xmlns:ds="http://schemas.openxmlformats.org/officeDocument/2006/customXml" ds:itemID="{640A1EEB-AE46-4026-8D5A-18D04DCCACC1}">
  <ds:schemaRefs>
    <ds:schemaRef ds:uri="http://www.joulesunlimited.com/juid"/>
  </ds:schemaRefs>
</ds:datastoreItem>
</file>

<file path=customXml/itemProps69.xml><?xml version="1.0" encoding="utf-8"?>
<ds:datastoreItem xmlns:ds="http://schemas.openxmlformats.org/officeDocument/2006/customXml" ds:itemID="{66706AF6-E5F7-4E6D-B6AA-DFA86966AD8C}">
  <ds:schemaRefs>
    <ds:schemaRef ds:uri="http://www.joulesunlimited.com/juid"/>
  </ds:schemaRefs>
</ds:datastoreItem>
</file>

<file path=customXml/itemProps70.xml><?xml version="1.0" encoding="utf-8"?>
<ds:datastoreItem xmlns:ds="http://schemas.openxmlformats.org/officeDocument/2006/customXml" ds:itemID="{864E6B9E-44A4-4455-B57A-DC19F26E70EC}">
  <ds:schemaRefs>
    <ds:schemaRef ds:uri="http://www.joulesunlimited.com/juid"/>
  </ds:schemaRefs>
</ds:datastoreItem>
</file>

<file path=customXml/itemProps71.xml><?xml version="1.0" encoding="utf-8"?>
<ds:datastoreItem xmlns:ds="http://schemas.openxmlformats.org/officeDocument/2006/customXml" ds:itemID="{07DC671E-8236-4FD9-AFA8-1FBFF7C88E67}">
  <ds:schemaRefs>
    <ds:schemaRef ds:uri="http://www.joulesunlimited.com/juid"/>
  </ds:schemaRefs>
</ds:datastoreItem>
</file>

<file path=customXml/itemProps72.xml><?xml version="1.0" encoding="utf-8"?>
<ds:datastoreItem xmlns:ds="http://schemas.openxmlformats.org/officeDocument/2006/customXml" ds:itemID="{B2145308-5255-4BBE-A7A0-4F1CB44DAEE8}">
  <ds:schemaRefs>
    <ds:schemaRef ds:uri="http://www.joulesunlimited.com/juid"/>
  </ds:schemaRefs>
</ds:datastoreItem>
</file>

<file path=customXml/itemProps73.xml><?xml version="1.0" encoding="utf-8"?>
<ds:datastoreItem xmlns:ds="http://schemas.openxmlformats.org/officeDocument/2006/customXml" ds:itemID="{26E817B2-A30B-4150-8BB4-84396F99A3D5}">
  <ds:schemaRefs>
    <ds:schemaRef ds:uri="http://www.joulesunlimited.com/juid"/>
  </ds:schemaRefs>
</ds:datastoreItem>
</file>

<file path=customXml/itemProps74.xml><?xml version="1.0" encoding="utf-8"?>
<ds:datastoreItem xmlns:ds="http://schemas.openxmlformats.org/officeDocument/2006/customXml" ds:itemID="{FE743EE2-E3DE-4714-87EA-3FE485331C57}">
  <ds:schemaRefs>
    <ds:schemaRef ds:uri="http://www.joulesunlimited.com/juid"/>
  </ds:schemaRefs>
</ds:datastoreItem>
</file>

<file path=customXml/itemProps75.xml><?xml version="1.0" encoding="utf-8"?>
<ds:datastoreItem xmlns:ds="http://schemas.openxmlformats.org/officeDocument/2006/customXml" ds:itemID="{0EDB6742-DE9F-48CE-9485-2DA1A8DA825F}">
  <ds:schemaRefs>
    <ds:schemaRef ds:uri="http://www.joulesunlimited.com/juid"/>
  </ds:schemaRefs>
</ds:datastoreItem>
</file>

<file path=customXml/itemProps76.xml><?xml version="1.0" encoding="utf-8"?>
<ds:datastoreItem xmlns:ds="http://schemas.openxmlformats.org/officeDocument/2006/customXml" ds:itemID="{8AF0B15F-091A-4F94-9DF0-8385DCB6B7B2}">
  <ds:schemaRefs>
    <ds:schemaRef ds:uri="http://www.joulesunlimited.com/juid"/>
  </ds:schemaRefs>
</ds:datastoreItem>
</file>

<file path=customXml/itemProps77.xml><?xml version="1.0" encoding="utf-8"?>
<ds:datastoreItem xmlns:ds="http://schemas.openxmlformats.org/officeDocument/2006/customXml" ds:itemID="{4A1BD61D-B055-4B76-AD2E-931751FE5116}">
  <ds:schemaRefs>
    <ds:schemaRef ds:uri="http://www.joulesunlimited.com/juid"/>
  </ds:schemaRefs>
</ds:datastoreItem>
</file>

<file path=customXml/itemProps78.xml><?xml version="1.0" encoding="utf-8"?>
<ds:datastoreItem xmlns:ds="http://schemas.openxmlformats.org/officeDocument/2006/customXml" ds:itemID="{B5D885C6-2682-4DBB-A5A7-7FDFCF453942}">
  <ds:schemaRefs>
    <ds:schemaRef ds:uri="http://www.joulesunlimited.com/juid"/>
  </ds:schemaRefs>
</ds:datastoreItem>
</file>

<file path=customXml/itemProps79.xml><?xml version="1.0" encoding="utf-8"?>
<ds:datastoreItem xmlns:ds="http://schemas.openxmlformats.org/officeDocument/2006/customXml" ds:itemID="{2311B96A-7FEF-4806-BFA5-801CD3482DF2}">
  <ds:schemaRefs>
    <ds:schemaRef ds:uri="http://www.joulesunlimited.com/juid"/>
  </ds:schemaRefs>
</ds:datastoreItem>
</file>

<file path=customXml/itemProps80.xml><?xml version="1.0" encoding="utf-8"?>
<ds:datastoreItem xmlns:ds="http://schemas.openxmlformats.org/officeDocument/2006/customXml" ds:itemID="{A242194A-B2FF-4546-8602-8701B2AAC1CA}">
  <ds:schemaRefs>
    <ds:schemaRef ds:uri="http://www.joulesunlimited.com/juid"/>
  </ds:schemaRefs>
</ds:datastoreItem>
</file>

<file path=customXml/itemProps81.xml><?xml version="1.0" encoding="utf-8"?>
<ds:datastoreItem xmlns:ds="http://schemas.openxmlformats.org/officeDocument/2006/customXml" ds:itemID="{987ED115-E66F-4AD3-AFB7-E11D47E3212B}">
  <ds:schemaRefs>
    <ds:schemaRef ds:uri="http://www.joulesunlimited.com/juid"/>
  </ds:schemaRefs>
</ds:datastoreItem>
</file>

<file path=customXml/itemProps82.xml><?xml version="1.0" encoding="utf-8"?>
<ds:datastoreItem xmlns:ds="http://schemas.openxmlformats.org/officeDocument/2006/customXml" ds:itemID="{79B2ABE7-50D5-4B42-B48A-880DC45C3C29}">
  <ds:schemaRefs>
    <ds:schemaRef ds:uri="http://www.joulesunlimited.com/juid"/>
  </ds:schemaRefs>
</ds:datastoreItem>
</file>

<file path=customXml/itemProps83.xml><?xml version="1.0" encoding="utf-8"?>
<ds:datastoreItem xmlns:ds="http://schemas.openxmlformats.org/officeDocument/2006/customXml" ds:itemID="{DC5D0861-894F-49B6-A122-580E8DE35D4F}">
  <ds:schemaRefs>
    <ds:schemaRef ds:uri="http://www.joulesunlimited.com/juid"/>
  </ds:schemaRefs>
</ds:datastoreItem>
</file>

<file path=customXml/itemProps84.xml><?xml version="1.0" encoding="utf-8"?>
<ds:datastoreItem xmlns:ds="http://schemas.openxmlformats.org/officeDocument/2006/customXml" ds:itemID="{E5727BCE-6B70-465A-B533-15C10CBA36B1}">
  <ds:schemaRefs>
    <ds:schemaRef ds:uri="http://www.joulesunlimited.com/juid"/>
  </ds:schemaRefs>
</ds:datastoreItem>
</file>

<file path=customXml/itemProps85.xml><?xml version="1.0" encoding="utf-8"?>
<ds:datastoreItem xmlns:ds="http://schemas.openxmlformats.org/officeDocument/2006/customXml" ds:itemID="{DF9AE0B9-D6AA-4F47-BCFF-DE58BD492E36}">
  <ds:schemaRefs>
    <ds:schemaRef ds:uri="http://www.joulesunlimited.com/juid"/>
  </ds:schemaRefs>
</ds:datastoreItem>
</file>

<file path=customXml/itemProps86.xml><?xml version="1.0" encoding="utf-8"?>
<ds:datastoreItem xmlns:ds="http://schemas.openxmlformats.org/officeDocument/2006/customXml" ds:itemID="{A21D1EAE-64F0-4E15-A815-BA412736D1DD}">
  <ds:schemaRefs>
    <ds:schemaRef ds:uri="http://www.joulesunlimited.com/juid"/>
  </ds:schemaRefs>
</ds:datastoreItem>
</file>

<file path=customXml/itemProps87.xml><?xml version="1.0" encoding="utf-8"?>
<ds:datastoreItem xmlns:ds="http://schemas.openxmlformats.org/officeDocument/2006/customXml" ds:itemID="{3ACEC479-0F3F-4F87-8D38-CBDA707D272F}">
  <ds:schemaRefs>
    <ds:schemaRef ds:uri="http://www.joulesunlimited.com/juid"/>
  </ds:schemaRefs>
</ds:datastoreItem>
</file>

<file path=customXml/itemProps88.xml><?xml version="1.0" encoding="utf-8"?>
<ds:datastoreItem xmlns:ds="http://schemas.openxmlformats.org/officeDocument/2006/customXml" ds:itemID="{FCC2F220-056E-4EB4-990D-BEC44B4D5927}">
  <ds:schemaRefs>
    <ds:schemaRef ds:uri="http://www.joulesunlimited.com/juid"/>
  </ds:schemaRefs>
</ds:datastoreItem>
</file>

<file path=customXml/itemProps89.xml><?xml version="1.0" encoding="utf-8"?>
<ds:datastoreItem xmlns:ds="http://schemas.openxmlformats.org/officeDocument/2006/customXml" ds:itemID="{EF42915F-EC81-4AEB-A3A9-CD978B6316B3}">
  <ds:schemaRefs>
    <ds:schemaRef ds:uri="http://www.joulesunlimited.com/juid"/>
  </ds:schemaRefs>
</ds:datastoreItem>
</file>

<file path=customXml/itemProps90.xml><?xml version="1.0" encoding="utf-8"?>
<ds:datastoreItem xmlns:ds="http://schemas.openxmlformats.org/officeDocument/2006/customXml" ds:itemID="{42F1A06D-696A-4A79-BEAF-931DA45824F4}">
  <ds:schemaRefs>
    <ds:schemaRef ds:uri="http://www.joulesunlimited.com/juid"/>
  </ds:schemaRefs>
</ds:datastoreItem>
</file>

<file path=customXml/itemProps91.xml><?xml version="1.0" encoding="utf-8"?>
<ds:datastoreItem xmlns:ds="http://schemas.openxmlformats.org/officeDocument/2006/customXml" ds:itemID="{B8D85683-7A64-458D-8F29-0C444B9D08F4}">
  <ds:schemaRefs>
    <ds:schemaRef ds:uri="http://www.joulesunlimited.com/juid"/>
  </ds:schemaRefs>
</ds:datastoreItem>
</file>

<file path=customXml/itemProps92.xml><?xml version="1.0" encoding="utf-8"?>
<ds:datastoreItem xmlns:ds="http://schemas.openxmlformats.org/officeDocument/2006/customXml" ds:itemID="{9B6F248E-DCF9-4900-A9FA-DE57FD26BD25}">
  <ds:schemaRefs>
    <ds:schemaRef ds:uri="http://www.joulesunlimited.com/juid"/>
  </ds:schemaRefs>
</ds:datastoreItem>
</file>

<file path=customXml/itemProps93.xml><?xml version="1.0" encoding="utf-8"?>
<ds:datastoreItem xmlns:ds="http://schemas.openxmlformats.org/officeDocument/2006/customXml" ds:itemID="{EBBA48A9-1E62-43F4-BB39-39259C3E1582}">
  <ds:schemaRefs>
    <ds:schemaRef ds:uri="http://www.joulesunlimited.com/juid"/>
  </ds:schemaRefs>
</ds:datastoreItem>
</file>

<file path=customXml/itemProps94.xml><?xml version="1.0" encoding="utf-8"?>
<ds:datastoreItem xmlns:ds="http://schemas.openxmlformats.org/officeDocument/2006/customXml" ds:itemID="{6F641BA2-BB95-44FC-8919-57413CC8DD53}">
  <ds:schemaRefs>
    <ds:schemaRef ds:uri="http://www.joulesunlimited.com/juid"/>
  </ds:schemaRefs>
</ds:datastoreItem>
</file>

<file path=customXml/itemProps95.xml><?xml version="1.0" encoding="utf-8"?>
<ds:datastoreItem xmlns:ds="http://schemas.openxmlformats.org/officeDocument/2006/customXml" ds:itemID="{8008AE8B-3D1A-444B-BE4A-FDEA75EBD2F5}">
  <ds:schemaRefs>
    <ds:schemaRef ds:uri="http://www.joulesunlimited.com/juid"/>
  </ds:schemaRefs>
</ds:datastoreItem>
</file>

<file path=customXml/itemProps96.xml><?xml version="1.0" encoding="utf-8"?>
<ds:datastoreItem xmlns:ds="http://schemas.openxmlformats.org/officeDocument/2006/customXml" ds:itemID="{A20CFDBE-D4C9-4C61-AAFF-C08E64E4A25D}">
  <ds:schemaRefs>
    <ds:schemaRef ds:uri="http://www.joulesunlimited.com/juid"/>
  </ds:schemaRefs>
</ds:datastoreItem>
</file>

<file path=customXml/itemProps97.xml><?xml version="1.0" encoding="utf-8"?>
<ds:datastoreItem xmlns:ds="http://schemas.openxmlformats.org/officeDocument/2006/customXml" ds:itemID="{771E6B31-8917-4053-B150-925960F2DA05}">
  <ds:schemaRefs>
    <ds:schemaRef ds:uri="http://www.joulesunlimited.com/juid"/>
  </ds:schemaRefs>
</ds:datastoreItem>
</file>

<file path=customXml/itemProps98.xml><?xml version="1.0" encoding="utf-8"?>
<ds:datastoreItem xmlns:ds="http://schemas.openxmlformats.org/officeDocument/2006/customXml" ds:itemID="{13B38475-9008-4AC9-A59F-52E273F464A5}">
  <ds:schemaRefs>
    <ds:schemaRef ds:uri="http://www.joulesunlimited.com/juid"/>
  </ds:schemaRefs>
</ds:datastoreItem>
</file>

<file path=customXml/itemProps99.xml><?xml version="1.0" encoding="utf-8"?>
<ds:datastoreItem xmlns:ds="http://schemas.openxmlformats.org/officeDocument/2006/customXml" ds:itemID="{825B406A-0E52-4E34-AE3D-D0F397CA41BD}">
  <ds:schemaRefs>
    <ds:schemaRef ds:uri="http://www.joulesunlimited.com/juid"/>
  </ds:schemaRefs>
</ds:datastoreItem>
</file>

<file path=customXml/itemProps100.xml><?xml version="1.0" encoding="utf-8"?>
<ds:datastoreItem xmlns:ds="http://schemas.openxmlformats.org/officeDocument/2006/customXml" ds:itemID="{A0AA064C-36FB-4327-8C42-20823CD6EB4F}">
  <ds:schemaRefs>
    <ds:schemaRef ds:uri="http://www.joulesunlimited.com/juid"/>
  </ds:schemaRefs>
</ds:datastoreItem>
</file>

<file path=customXml/itemProps101.xml><?xml version="1.0" encoding="utf-8"?>
<ds:datastoreItem xmlns:ds="http://schemas.openxmlformats.org/officeDocument/2006/customXml" ds:itemID="{3A789078-CF81-45BD-9F95-0934FC548DCE}">
  <ds:schemaRefs>
    <ds:schemaRef ds:uri="http://www.joulesunlimited.com/juid"/>
  </ds:schemaRefs>
</ds:datastoreItem>
</file>

<file path=customXml/itemProps102.xml><?xml version="1.0" encoding="utf-8"?>
<ds:datastoreItem xmlns:ds="http://schemas.openxmlformats.org/officeDocument/2006/customXml" ds:itemID="{26A9F5A8-8D33-4A98-A2F4-FA6BE4E5FC69}">
  <ds:schemaRefs>
    <ds:schemaRef ds:uri="http://www.joulesunlimited.com/juid"/>
  </ds:schemaRefs>
</ds:datastoreItem>
</file>

<file path=customXml/itemProps103.xml><?xml version="1.0" encoding="utf-8"?>
<ds:datastoreItem xmlns:ds="http://schemas.openxmlformats.org/officeDocument/2006/customXml" ds:itemID="{357DB55D-2AEE-4192-AA67-1C8A56A6D427}">
  <ds:schemaRefs>
    <ds:schemaRef ds:uri="http://www.joulesunlimited.com/juid"/>
  </ds:schemaRefs>
</ds:datastoreItem>
</file>

<file path=customXml/itemProps104.xml><?xml version="1.0" encoding="utf-8"?>
<ds:datastoreItem xmlns:ds="http://schemas.openxmlformats.org/officeDocument/2006/customXml" ds:itemID="{6F349F25-5DE1-4162-9E4D-5811C9EDDD1C}">
  <ds:schemaRefs>
    <ds:schemaRef ds:uri="http://www.joulesunlimited.com/juid"/>
  </ds:schemaRefs>
</ds:datastoreItem>
</file>

<file path=customXml/itemProps105.xml><?xml version="1.0" encoding="utf-8"?>
<ds:datastoreItem xmlns:ds="http://schemas.openxmlformats.org/officeDocument/2006/customXml" ds:itemID="{983600C8-0CCD-47E5-AB6B-7FE42448A625}">
  <ds:schemaRefs>
    <ds:schemaRef ds:uri="http://www.joulesunlimited.com/juid"/>
  </ds:schemaRefs>
</ds:datastoreItem>
</file>

<file path=customXml/itemProps106.xml><?xml version="1.0" encoding="utf-8"?>
<ds:datastoreItem xmlns:ds="http://schemas.openxmlformats.org/officeDocument/2006/customXml" ds:itemID="{130DEBB0-8155-4154-A52B-4A5CBD9CEA10}">
  <ds:schemaRefs>
    <ds:schemaRef ds:uri="http://www.joulesunlimited.com/juid"/>
  </ds:schemaRefs>
</ds:datastoreItem>
</file>

<file path=customXml/itemProps107.xml><?xml version="1.0" encoding="utf-8"?>
<ds:datastoreItem xmlns:ds="http://schemas.openxmlformats.org/officeDocument/2006/customXml" ds:itemID="{CA1D80B4-2703-4398-A610-A3EA6F94F1C0}">
  <ds:schemaRefs>
    <ds:schemaRef ds:uri="http://www.joulesunlimited.com/juid"/>
  </ds:schemaRefs>
</ds:datastoreItem>
</file>

<file path=customXml/itemProps108.xml><?xml version="1.0" encoding="utf-8"?>
<ds:datastoreItem xmlns:ds="http://schemas.openxmlformats.org/officeDocument/2006/customXml" ds:itemID="{365D0148-12F0-478B-A755-985DA728D1A5}">
  <ds:schemaRefs>
    <ds:schemaRef ds:uri="http://www.joulesunlimited.com/juid"/>
  </ds:schemaRefs>
</ds:datastoreItem>
</file>

<file path=customXml/itemProps109.xml><?xml version="1.0" encoding="utf-8"?>
<ds:datastoreItem xmlns:ds="http://schemas.openxmlformats.org/officeDocument/2006/customXml" ds:itemID="{3D252B4B-ED52-45B4-8AD4-1D48D634FB1B}">
  <ds:schemaRefs>
    <ds:schemaRef ds:uri="http://www.joulesunlimited.com/juid"/>
  </ds:schemaRefs>
</ds:datastoreItem>
</file>

<file path=customXml/itemProps110.xml><?xml version="1.0" encoding="utf-8"?>
<ds:datastoreItem xmlns:ds="http://schemas.openxmlformats.org/officeDocument/2006/customXml" ds:itemID="{750C051F-5D17-4250-B2F1-07F475ADECB3}">
  <ds:schemaRefs>
    <ds:schemaRef ds:uri="http://www.joulesunlimited.com/juid"/>
  </ds:schemaRefs>
</ds:datastoreItem>
</file>

<file path=customXml/itemProps111.xml><?xml version="1.0" encoding="utf-8"?>
<ds:datastoreItem xmlns:ds="http://schemas.openxmlformats.org/officeDocument/2006/customXml" ds:itemID="{A030C551-F5D8-4E8F-A958-2666A9835905}">
  <ds:schemaRefs>
    <ds:schemaRef ds:uri="http://www.joulesunlimited.com/juid"/>
  </ds:schemaRefs>
</ds:datastoreItem>
</file>

<file path=customXml/itemProps112.xml><?xml version="1.0" encoding="utf-8"?>
<ds:datastoreItem xmlns:ds="http://schemas.openxmlformats.org/officeDocument/2006/customXml" ds:itemID="{70A5E483-A094-4824-BC28-4A1BAC5AE5FF}">
  <ds:schemaRefs>
    <ds:schemaRef ds:uri="http://www.joulesunlimited.com/juid"/>
  </ds:schemaRefs>
</ds:datastoreItem>
</file>

<file path=customXml/itemProps113.xml><?xml version="1.0" encoding="utf-8"?>
<ds:datastoreItem xmlns:ds="http://schemas.openxmlformats.org/officeDocument/2006/customXml" ds:itemID="{9DE50F97-2178-49CB-9202-879D5081778D}">
  <ds:schemaRefs>
    <ds:schemaRef ds:uri="http://www.joulesunlimited.com/juid"/>
  </ds:schemaRefs>
</ds:datastoreItem>
</file>

<file path=customXml/itemProps114.xml><?xml version="1.0" encoding="utf-8"?>
<ds:datastoreItem xmlns:ds="http://schemas.openxmlformats.org/officeDocument/2006/customXml" ds:itemID="{0FC73DB5-F8D7-408D-A4BB-FFCD43AEC049}">
  <ds:schemaRefs>
    <ds:schemaRef ds:uri="http://www.joulesunlimited.com/juid"/>
  </ds:schemaRefs>
</ds:datastoreItem>
</file>

<file path=customXml/itemProps115.xml><?xml version="1.0" encoding="utf-8"?>
<ds:datastoreItem xmlns:ds="http://schemas.openxmlformats.org/officeDocument/2006/customXml" ds:itemID="{C21788FD-B6E7-4BB9-ABB3-FA9C4D9C368F}">
  <ds:schemaRefs>
    <ds:schemaRef ds:uri="http://www.joulesunlimited.com/juid"/>
  </ds:schemaRefs>
</ds:datastoreItem>
</file>

<file path=customXml/itemProps116.xml><?xml version="1.0" encoding="utf-8"?>
<ds:datastoreItem xmlns:ds="http://schemas.openxmlformats.org/officeDocument/2006/customXml" ds:itemID="{BC6832EC-48FC-467E-8B36-A351C990B872}">
  <ds:schemaRefs>
    <ds:schemaRef ds:uri="http://www.joulesunlimited.com/juid"/>
  </ds:schemaRefs>
</ds:datastoreItem>
</file>

<file path=customXml/itemProps117.xml><?xml version="1.0" encoding="utf-8"?>
<ds:datastoreItem xmlns:ds="http://schemas.openxmlformats.org/officeDocument/2006/customXml" ds:itemID="{34E042A0-C583-441E-A79C-AED72C4C27B2}">
  <ds:schemaRefs>
    <ds:schemaRef ds:uri="http://schemas.microsoft.com/sharepoint/v3/contenttype/forms"/>
  </ds:schemaRefs>
</ds:datastoreItem>
</file>

<file path=customXml/itemProps118.xml><?xml version="1.0" encoding="utf-8"?>
<ds:datastoreItem xmlns:ds="http://schemas.openxmlformats.org/officeDocument/2006/customXml" ds:itemID="{503AF95F-2CF2-4815-8C44-C3995A5E1024}">
  <ds:schemaRefs>
    <ds:schemaRef ds:uri="http://www.joulesunlimited.com/juid"/>
  </ds:schemaRefs>
</ds:datastoreItem>
</file>

<file path=customXml/itemProps119.xml><?xml version="1.0" encoding="utf-8"?>
<ds:datastoreItem xmlns:ds="http://schemas.openxmlformats.org/officeDocument/2006/customXml" ds:itemID="{B7B5A0A1-DCE6-4B88-B60D-5D82A0BFC18A}">
  <ds:schemaRefs>
    <ds:schemaRef ds:uri="http://www.joulesunlimited.com/juid"/>
  </ds:schemaRefs>
</ds:datastoreItem>
</file>

<file path=customXml/itemProps120.xml><?xml version="1.0" encoding="utf-8"?>
<ds:datastoreItem xmlns:ds="http://schemas.openxmlformats.org/officeDocument/2006/customXml" ds:itemID="{70F6A94F-BB63-4AFF-8EB8-E94DA0E20840}">
  <ds:schemaRefs>
    <ds:schemaRef ds:uri="http://www.joulesunlimited.com/juid"/>
  </ds:schemaRefs>
</ds:datastoreItem>
</file>

<file path=customXml/itemProps121.xml><?xml version="1.0" encoding="utf-8"?>
<ds:datastoreItem xmlns:ds="http://schemas.openxmlformats.org/officeDocument/2006/customXml" ds:itemID="{C8D6FBD6-328B-472C-A8BD-4C783DCD86CC}">
  <ds:schemaRefs>
    <ds:schemaRef ds:uri="http://www.joulesunlimited.com/juid"/>
  </ds:schemaRefs>
</ds:datastoreItem>
</file>

<file path=customXml/itemProps122.xml><?xml version="1.0" encoding="utf-8"?>
<ds:datastoreItem xmlns:ds="http://schemas.openxmlformats.org/officeDocument/2006/customXml" ds:itemID="{5D35CD25-3CC1-498E-83DD-124A02BA7A73}">
  <ds:schemaRefs>
    <ds:schemaRef ds:uri="http://www.joulesunlimited.com/juid"/>
  </ds:schemaRefs>
</ds:datastoreItem>
</file>

<file path=customXml/itemProps123.xml><?xml version="1.0" encoding="utf-8"?>
<ds:datastoreItem xmlns:ds="http://schemas.openxmlformats.org/officeDocument/2006/customXml" ds:itemID="{DA1D4421-0A62-4046-8683-638391FAEA1A}">
  <ds:schemaRefs>
    <ds:schemaRef ds:uri="http://www.joulesunlimited.com/juid"/>
  </ds:schemaRefs>
</ds:datastoreItem>
</file>

<file path=customXml/itemProps124.xml><?xml version="1.0" encoding="utf-8"?>
<ds:datastoreItem xmlns:ds="http://schemas.openxmlformats.org/officeDocument/2006/customXml" ds:itemID="{59A587B6-C2E9-4A35-A396-230174AD83F1}">
  <ds:schemaRefs>
    <ds:schemaRef ds:uri="http://www.joulesunlimited.com/juid"/>
  </ds:schemaRefs>
</ds:datastoreItem>
</file>

<file path=customXml/itemProps125.xml><?xml version="1.0" encoding="utf-8"?>
<ds:datastoreItem xmlns:ds="http://schemas.openxmlformats.org/officeDocument/2006/customXml" ds:itemID="{25FBF855-319B-44F3-8271-712423522F19}">
  <ds:schemaRefs>
    <ds:schemaRef ds:uri="http://www.joulesunlimited.com/juid"/>
  </ds:schemaRefs>
</ds:datastoreItem>
</file>

<file path=customXml/itemProps126.xml><?xml version="1.0" encoding="utf-8"?>
<ds:datastoreItem xmlns:ds="http://schemas.openxmlformats.org/officeDocument/2006/customXml" ds:itemID="{A4835945-89FF-4DD3-A895-0F414234F48E}">
  <ds:schemaRefs>
    <ds:schemaRef ds:uri="http://www.joulesunlimited.com/juid"/>
  </ds:schemaRefs>
</ds:datastoreItem>
</file>

<file path=customXml/itemProps127.xml><?xml version="1.0" encoding="utf-8"?>
<ds:datastoreItem xmlns:ds="http://schemas.openxmlformats.org/officeDocument/2006/customXml" ds:itemID="{13F0EC16-6C08-4914-819A-3A4D0621485B}">
  <ds:schemaRefs>
    <ds:schemaRef ds:uri="http://www.joulesunlimited.com/juid"/>
  </ds:schemaRefs>
</ds:datastoreItem>
</file>

<file path=customXml/itemProps128.xml><?xml version="1.0" encoding="utf-8"?>
<ds:datastoreItem xmlns:ds="http://schemas.openxmlformats.org/officeDocument/2006/customXml" ds:itemID="{6D69EC42-FF48-478B-AFD8-AA12EBC9E840}">
  <ds:schemaRefs>
    <ds:schemaRef ds:uri="http://www.joulesunlimited.com/juid"/>
  </ds:schemaRefs>
</ds:datastoreItem>
</file>

<file path=customXml/itemProps129.xml><?xml version="1.0" encoding="utf-8"?>
<ds:datastoreItem xmlns:ds="http://schemas.openxmlformats.org/officeDocument/2006/customXml" ds:itemID="{5BEF6C2E-057E-4DA1-98F3-F18B35E848FC}">
  <ds:schemaRefs>
    <ds:schemaRef ds:uri="http://www.joulesunlimited.com/juid"/>
  </ds:schemaRefs>
</ds:datastoreItem>
</file>

<file path=customXml/itemProps130.xml><?xml version="1.0" encoding="utf-8"?>
<ds:datastoreItem xmlns:ds="http://schemas.openxmlformats.org/officeDocument/2006/customXml" ds:itemID="{154314D0-06A3-4314-8F44-1D02D40AEEE0}">
  <ds:schemaRefs>
    <ds:schemaRef ds:uri="http://www.joulesunlimited.com/juid"/>
  </ds:schemaRefs>
</ds:datastoreItem>
</file>

<file path=customXml/itemProps131.xml><?xml version="1.0" encoding="utf-8"?>
<ds:datastoreItem xmlns:ds="http://schemas.openxmlformats.org/officeDocument/2006/customXml" ds:itemID="{232F0778-10FD-4144-91A8-9AA5F6732B20}">
  <ds:schemaRefs>
    <ds:schemaRef ds:uri="http://www.joulesunlimited.com/juid"/>
  </ds:schemaRefs>
</ds:datastoreItem>
</file>

<file path=customXml/itemProps132.xml><?xml version="1.0" encoding="utf-8"?>
<ds:datastoreItem xmlns:ds="http://schemas.openxmlformats.org/officeDocument/2006/customXml" ds:itemID="{C57E2F6E-C2E1-4AA6-84FF-1A7B6218A10D}">
  <ds:schemaRefs>
    <ds:schemaRef ds:uri="http://www.joulesunlimited.com/juid"/>
  </ds:schemaRefs>
</ds:datastoreItem>
</file>

<file path=customXml/itemProps133.xml><?xml version="1.0" encoding="utf-8"?>
<ds:datastoreItem xmlns:ds="http://schemas.openxmlformats.org/officeDocument/2006/customXml" ds:itemID="{1FC368F6-F78E-42F5-A509-10C9173DAC58}">
  <ds:schemaRefs>
    <ds:schemaRef ds:uri="http://www.joulesunlimited.com/juid"/>
  </ds:schemaRefs>
</ds:datastoreItem>
</file>

<file path=customXml/itemProps134.xml><?xml version="1.0" encoding="utf-8"?>
<ds:datastoreItem xmlns:ds="http://schemas.openxmlformats.org/officeDocument/2006/customXml" ds:itemID="{988665F7-0216-4D87-A3AC-071767C43EDF}">
  <ds:schemaRefs>
    <ds:schemaRef ds:uri="http://www.joulesunlimited.com/juid"/>
  </ds:schemaRefs>
</ds:datastoreItem>
</file>

<file path=customXml/itemProps135.xml><?xml version="1.0" encoding="utf-8"?>
<ds:datastoreItem xmlns:ds="http://schemas.openxmlformats.org/officeDocument/2006/customXml" ds:itemID="{3B0495F2-DFD7-4119-90AD-5048FE1FA2F2}">
  <ds:schemaRefs>
    <ds:schemaRef ds:uri="http://www.joulesunlimited.com/juid"/>
  </ds:schemaRefs>
</ds:datastoreItem>
</file>

<file path=customXml/itemProps136.xml><?xml version="1.0" encoding="utf-8"?>
<ds:datastoreItem xmlns:ds="http://schemas.openxmlformats.org/officeDocument/2006/customXml" ds:itemID="{091D1DDC-F076-40C3-BCA0-0B5F82057B68}">
  <ds:schemaRefs>
    <ds:schemaRef ds:uri="http://www.joulesunlimited.com/juid"/>
  </ds:schemaRefs>
</ds:datastoreItem>
</file>

<file path=customXml/itemProps137.xml><?xml version="1.0" encoding="utf-8"?>
<ds:datastoreItem xmlns:ds="http://schemas.openxmlformats.org/officeDocument/2006/customXml" ds:itemID="{B7A045EB-0BD1-4EB7-B7D5-73A220ECF82D}">
  <ds:schemaRefs>
    <ds:schemaRef ds:uri="http://www.joulesunlimited.com/juid"/>
  </ds:schemaRefs>
</ds:datastoreItem>
</file>

<file path=customXml/itemProps138.xml><?xml version="1.0" encoding="utf-8"?>
<ds:datastoreItem xmlns:ds="http://schemas.openxmlformats.org/officeDocument/2006/customXml" ds:itemID="{EE624EFB-FA9F-4AFA-BF46-61A8267DE70A}">
  <ds:schemaRefs>
    <ds:schemaRef ds:uri="http://www.joulesunlimited.com/juid"/>
  </ds:schemaRefs>
</ds:datastoreItem>
</file>

<file path=customXml/itemProps139.xml><?xml version="1.0" encoding="utf-8"?>
<ds:datastoreItem xmlns:ds="http://schemas.openxmlformats.org/officeDocument/2006/customXml" ds:itemID="{01C00606-1D82-4DEB-B8CB-E634DE5E935C}">
  <ds:schemaRefs>
    <ds:schemaRef ds:uri="http://www.joulesunlimited.com/juid"/>
  </ds:schemaRefs>
</ds:datastoreItem>
</file>

<file path=customXml/itemProps140.xml><?xml version="1.0" encoding="utf-8"?>
<ds:datastoreItem xmlns:ds="http://schemas.openxmlformats.org/officeDocument/2006/customXml" ds:itemID="{9BE44CF8-7A52-409C-937B-6DD4DBC70B7C}">
  <ds:schemaRefs>
    <ds:schemaRef ds:uri="http://www.joulesunlimited.com/juid"/>
  </ds:schemaRefs>
</ds:datastoreItem>
</file>

<file path=customXml/itemProps141.xml><?xml version="1.0" encoding="utf-8"?>
<ds:datastoreItem xmlns:ds="http://schemas.openxmlformats.org/officeDocument/2006/customXml" ds:itemID="{80AE0A97-70DB-4F27-996D-5918D959D00E}">
  <ds:schemaRefs>
    <ds:schemaRef ds:uri="http://www.joulesunlimited.com/juid"/>
  </ds:schemaRefs>
</ds:datastoreItem>
</file>

<file path=customXml/itemProps142.xml><?xml version="1.0" encoding="utf-8"?>
<ds:datastoreItem xmlns:ds="http://schemas.openxmlformats.org/officeDocument/2006/customXml" ds:itemID="{23387C8D-5F5B-4893-8C63-523F0D8756EB}">
  <ds:schemaRefs>
    <ds:schemaRef ds:uri="http://www.joulesunlimited.com/juid"/>
  </ds:schemaRefs>
</ds:datastoreItem>
</file>

<file path=customXml/itemProps143.xml><?xml version="1.0" encoding="utf-8"?>
<ds:datastoreItem xmlns:ds="http://schemas.openxmlformats.org/officeDocument/2006/customXml" ds:itemID="{119B5392-C47C-40F9-8DD2-30F02974FDB4}">
  <ds:schemaRefs>
    <ds:schemaRef ds:uri="http://www.joulesunlimited.com/juid"/>
  </ds:schemaRefs>
</ds:datastoreItem>
</file>

<file path=customXml/itemProps144.xml><?xml version="1.0" encoding="utf-8"?>
<ds:datastoreItem xmlns:ds="http://schemas.openxmlformats.org/officeDocument/2006/customXml" ds:itemID="{37A48B53-C449-4E84-8347-87E02F700A8F}">
  <ds:schemaRefs>
    <ds:schemaRef ds:uri="http://www.joulesunlimited.com/juid"/>
  </ds:schemaRefs>
</ds:datastoreItem>
</file>

<file path=customXml/itemProps145.xml><?xml version="1.0" encoding="utf-8"?>
<ds:datastoreItem xmlns:ds="http://schemas.openxmlformats.org/officeDocument/2006/customXml" ds:itemID="{961F2171-F9E6-47C6-809E-A9D7560794A3}">
  <ds:schemaRefs>
    <ds:schemaRef ds:uri="http://www.joulesunlimited.com/juid"/>
  </ds:schemaRefs>
</ds:datastoreItem>
</file>

<file path=customXml/itemProps146.xml><?xml version="1.0" encoding="utf-8"?>
<ds:datastoreItem xmlns:ds="http://schemas.openxmlformats.org/officeDocument/2006/customXml" ds:itemID="{832D842F-69B5-4FA1-BF3C-14F718FE8466}">
  <ds:schemaRefs>
    <ds:schemaRef ds:uri="http://www.joulesunlimited.com/juid"/>
  </ds:schemaRefs>
</ds:datastoreItem>
</file>

<file path=customXml/itemProps147.xml><?xml version="1.0" encoding="utf-8"?>
<ds:datastoreItem xmlns:ds="http://schemas.openxmlformats.org/officeDocument/2006/customXml" ds:itemID="{DA71A9DD-AD8E-434F-9D55-19CBAAE52D2F}">
  <ds:schemaRefs>
    <ds:schemaRef ds:uri="http://www.joulesunlimited.com/juid"/>
  </ds:schemaRefs>
</ds:datastoreItem>
</file>

<file path=customXml/itemProps148.xml><?xml version="1.0" encoding="utf-8"?>
<ds:datastoreItem xmlns:ds="http://schemas.openxmlformats.org/officeDocument/2006/customXml" ds:itemID="{3225EBA9-1B45-43E3-A015-E810F85E628C}">
  <ds:schemaRefs>
    <ds:schemaRef ds:uri="http://www.joulesunlimited.com/juid"/>
  </ds:schemaRefs>
</ds:datastoreItem>
</file>

<file path=customXml/itemProps149.xml><?xml version="1.0" encoding="utf-8"?>
<ds:datastoreItem xmlns:ds="http://schemas.openxmlformats.org/officeDocument/2006/customXml" ds:itemID="{74D8E296-D859-4242-AF8E-837A0BABAE2D}">
  <ds:schemaRefs>
    <ds:schemaRef ds:uri="http://www.joulesunlimited.com/juid"/>
  </ds:schemaRefs>
</ds:datastoreItem>
</file>

<file path=customXml/itemProps150.xml><?xml version="1.0" encoding="utf-8"?>
<ds:datastoreItem xmlns:ds="http://schemas.openxmlformats.org/officeDocument/2006/customXml" ds:itemID="{B1B5DB40-C85D-452D-AC95-0E0147A5ED25}">
  <ds:schemaRefs>
    <ds:schemaRef ds:uri="http://www.joulesunlimited.com/juid"/>
  </ds:schemaRefs>
</ds:datastoreItem>
</file>

<file path=customXml/itemProps151.xml><?xml version="1.0" encoding="utf-8"?>
<ds:datastoreItem xmlns:ds="http://schemas.openxmlformats.org/officeDocument/2006/customXml" ds:itemID="{3ED8C15D-BEA7-4384-8E4A-25987E35A3B1}">
  <ds:schemaRefs>
    <ds:schemaRef ds:uri="http://www.joulesunlimited.com/juid"/>
  </ds:schemaRefs>
</ds:datastoreItem>
</file>

<file path=customXml/itemProps152.xml><?xml version="1.0" encoding="utf-8"?>
<ds:datastoreItem xmlns:ds="http://schemas.openxmlformats.org/officeDocument/2006/customXml" ds:itemID="{2611584C-E143-41D6-AB30-88A1D95DD715}">
  <ds:schemaRefs>
    <ds:schemaRef ds:uri="http://www.joulesunlimited.com/juid"/>
  </ds:schemaRefs>
</ds:datastoreItem>
</file>

<file path=customXml/itemProps153.xml><?xml version="1.0" encoding="utf-8"?>
<ds:datastoreItem xmlns:ds="http://schemas.openxmlformats.org/officeDocument/2006/customXml" ds:itemID="{75875B0D-196F-47E0-A04C-814B9430471B}">
  <ds:schemaRefs>
    <ds:schemaRef ds:uri="http://www.joulesunlimited.com/juid"/>
  </ds:schemaRefs>
</ds:datastoreItem>
</file>

<file path=customXml/itemProps154.xml><?xml version="1.0" encoding="utf-8"?>
<ds:datastoreItem xmlns:ds="http://schemas.openxmlformats.org/officeDocument/2006/customXml" ds:itemID="{2945DD29-3112-45F0-AB63-51FBDB51CB0B}">
  <ds:schemaRefs>
    <ds:schemaRef ds:uri="http://www.joulesunlimited.com/juid"/>
  </ds:schemaRefs>
</ds:datastoreItem>
</file>

<file path=customXml/itemProps155.xml><?xml version="1.0" encoding="utf-8"?>
<ds:datastoreItem xmlns:ds="http://schemas.openxmlformats.org/officeDocument/2006/customXml" ds:itemID="{66BED5E7-88C8-4185-86D0-968A5AB88FCF}">
  <ds:schemaRefs>
    <ds:schemaRef ds:uri="http://www.joulesunlimited.com/juid"/>
  </ds:schemaRefs>
</ds:datastoreItem>
</file>

<file path=customXml/itemProps156.xml><?xml version="1.0" encoding="utf-8"?>
<ds:datastoreItem xmlns:ds="http://schemas.openxmlformats.org/officeDocument/2006/customXml" ds:itemID="{618B2C6F-A0D6-4738-9398-E2FB7D9FE1A3}">
  <ds:schemaRefs>
    <ds:schemaRef ds:uri="http://www.joulesunlimited.com/juid"/>
  </ds:schemaRefs>
</ds:datastoreItem>
</file>

<file path=customXml/itemProps157.xml><?xml version="1.0" encoding="utf-8"?>
<ds:datastoreItem xmlns:ds="http://schemas.openxmlformats.org/officeDocument/2006/customXml" ds:itemID="{8285AA6F-BD48-417A-96A8-1CDF009BD1CD}">
  <ds:schemaRefs>
    <ds:schemaRef ds:uri="http://www.joulesunlimited.com/juid"/>
  </ds:schemaRefs>
</ds:datastoreItem>
</file>

<file path=customXml/itemProps158.xml><?xml version="1.0" encoding="utf-8"?>
<ds:datastoreItem xmlns:ds="http://schemas.openxmlformats.org/officeDocument/2006/customXml" ds:itemID="{0190FC9E-A968-4B74-8A4E-839EC698A131}">
  <ds:schemaRefs>
    <ds:schemaRef ds:uri="http://www.joulesunlimited.com/juid"/>
  </ds:schemaRefs>
</ds:datastoreItem>
</file>

<file path=customXml/itemProps159.xml><?xml version="1.0" encoding="utf-8"?>
<ds:datastoreItem xmlns:ds="http://schemas.openxmlformats.org/officeDocument/2006/customXml" ds:itemID="{7F4AD92D-DF1C-4847-8DBD-234418AD50B5}">
  <ds:schemaRefs>
    <ds:schemaRef ds:uri="http://www.joulesunlimited.com/juid"/>
  </ds:schemaRefs>
</ds:datastoreItem>
</file>

<file path=customXml/itemProps160.xml><?xml version="1.0" encoding="utf-8"?>
<ds:datastoreItem xmlns:ds="http://schemas.openxmlformats.org/officeDocument/2006/customXml" ds:itemID="{F4225B99-796C-48D0-A60E-8218B949D750}">
  <ds:schemaRefs>
    <ds:schemaRef ds:uri="http://www.joulesunlimited.com/juid"/>
  </ds:schemaRefs>
</ds:datastoreItem>
</file>

<file path=customXml/itemProps161.xml><?xml version="1.0" encoding="utf-8"?>
<ds:datastoreItem xmlns:ds="http://schemas.openxmlformats.org/officeDocument/2006/customXml" ds:itemID="{F8556D31-3324-4B7A-9FD1-0FFC4B96CF4D}">
  <ds:schemaRefs>
    <ds:schemaRef ds:uri="http://www.joulesunlimited.com/juid"/>
  </ds:schemaRefs>
</ds:datastoreItem>
</file>

<file path=customXml/itemProps162.xml><?xml version="1.0" encoding="utf-8"?>
<ds:datastoreItem xmlns:ds="http://schemas.openxmlformats.org/officeDocument/2006/customXml" ds:itemID="{F84F6ABF-E8D8-4958-B19A-928A46D11A52}">
  <ds:schemaRefs>
    <ds:schemaRef ds:uri="http://www.joulesunlimited.com/juid"/>
  </ds:schemaRefs>
</ds:datastoreItem>
</file>

<file path=customXml/itemProps163.xml><?xml version="1.0" encoding="utf-8"?>
<ds:datastoreItem xmlns:ds="http://schemas.openxmlformats.org/officeDocument/2006/customXml" ds:itemID="{1682534C-2D36-4F01-A427-6D2E0DD65CDC}">
  <ds:schemaRefs>
    <ds:schemaRef ds:uri="http://www.joulesunlimited.com/juid"/>
  </ds:schemaRefs>
</ds:datastoreItem>
</file>

<file path=customXml/itemProps164.xml><?xml version="1.0" encoding="utf-8"?>
<ds:datastoreItem xmlns:ds="http://schemas.openxmlformats.org/officeDocument/2006/customXml" ds:itemID="{3219D4FF-5262-4C04-8EC1-460B69E2ADB9}">
  <ds:schemaRefs>
    <ds:schemaRef ds:uri="http://www.joulesunlimited.com/juid"/>
  </ds:schemaRefs>
</ds:datastoreItem>
</file>

<file path=customXml/itemProps165.xml><?xml version="1.0" encoding="utf-8"?>
<ds:datastoreItem xmlns:ds="http://schemas.openxmlformats.org/officeDocument/2006/customXml" ds:itemID="{5A1D7A85-A29A-43FC-9B4B-A8B1597882C6}">
  <ds:schemaRefs>
    <ds:schemaRef ds:uri="http://www.joulesunlimited.com/juid"/>
  </ds:schemaRefs>
</ds:datastoreItem>
</file>

<file path=customXml/itemProps166.xml><?xml version="1.0" encoding="utf-8"?>
<ds:datastoreItem xmlns:ds="http://schemas.openxmlformats.org/officeDocument/2006/customXml" ds:itemID="{227DF3F4-0313-4819-98CD-5ED2DE338469}">
  <ds:schemaRefs>
    <ds:schemaRef ds:uri="http://www.joulesunlimited.com/juid"/>
  </ds:schemaRefs>
</ds:datastoreItem>
</file>

<file path=customXml/itemProps167.xml><?xml version="1.0" encoding="utf-8"?>
<ds:datastoreItem xmlns:ds="http://schemas.openxmlformats.org/officeDocument/2006/customXml" ds:itemID="{DAB3CF5B-B73D-4D71-ADE2-4BE9042E6528}">
  <ds:schemaRefs>
    <ds:schemaRef ds:uri="http://www.joulesunlimited.com/juid"/>
  </ds:schemaRefs>
</ds:datastoreItem>
</file>

<file path=customXml/itemProps168.xml><?xml version="1.0" encoding="utf-8"?>
<ds:datastoreItem xmlns:ds="http://schemas.openxmlformats.org/officeDocument/2006/customXml" ds:itemID="{7AB8C431-82F7-4495-9402-9D5736F47226}">
  <ds:schemaRefs>
    <ds:schemaRef ds:uri="http://www.joulesunlimited.com/juid"/>
  </ds:schemaRefs>
</ds:datastoreItem>
</file>

<file path=customXml/itemProps169.xml><?xml version="1.0" encoding="utf-8"?>
<ds:datastoreItem xmlns:ds="http://schemas.openxmlformats.org/officeDocument/2006/customXml" ds:itemID="{2FD84737-19A0-4645-A174-D34F1C02CD30}">
  <ds:schemaRefs>
    <ds:schemaRef ds:uri="http://www.joulesunlimited.com/juid"/>
  </ds:schemaRefs>
</ds:datastoreItem>
</file>

<file path=customXml/itemProps170.xml><?xml version="1.0" encoding="utf-8"?>
<ds:datastoreItem xmlns:ds="http://schemas.openxmlformats.org/officeDocument/2006/customXml" ds:itemID="{49236D07-9C7B-46DA-ADB1-33D440F2693F}">
  <ds:schemaRefs>
    <ds:schemaRef ds:uri="http://www.joulesunlimited.com/juid"/>
  </ds:schemaRefs>
</ds:datastoreItem>
</file>

<file path=customXml/itemProps171.xml><?xml version="1.0" encoding="utf-8"?>
<ds:datastoreItem xmlns:ds="http://schemas.openxmlformats.org/officeDocument/2006/customXml" ds:itemID="{D7087BE6-ADE4-4D1E-97BE-41F2D259EBB1}">
  <ds:schemaRefs>
    <ds:schemaRef ds:uri="http://www.joulesunlimited.com/juid"/>
  </ds:schemaRefs>
</ds:datastoreItem>
</file>

<file path=customXml/itemProps172.xml><?xml version="1.0" encoding="utf-8"?>
<ds:datastoreItem xmlns:ds="http://schemas.openxmlformats.org/officeDocument/2006/customXml" ds:itemID="{9C7FE992-1A30-4D7B-8D4A-E4578891022B}">
  <ds:schemaRefs>
    <ds:schemaRef ds:uri="http://www.joulesunlimited.com/juid"/>
  </ds:schemaRefs>
</ds:datastoreItem>
</file>

<file path=customXml/itemProps173.xml><?xml version="1.0" encoding="utf-8"?>
<ds:datastoreItem xmlns:ds="http://schemas.openxmlformats.org/officeDocument/2006/customXml" ds:itemID="{AD3D9FB0-E2FC-4636-AF7E-51E52D292EB2}">
  <ds:schemaRefs>
    <ds:schemaRef ds:uri="http://www.joulesunlimited.com/juid"/>
  </ds:schemaRefs>
</ds:datastoreItem>
</file>

<file path=customXml/itemProps174.xml><?xml version="1.0" encoding="utf-8"?>
<ds:datastoreItem xmlns:ds="http://schemas.openxmlformats.org/officeDocument/2006/customXml" ds:itemID="{DF46CFA6-3983-4AF6-BAF3-6BEED89F0719}">
  <ds:schemaRefs>
    <ds:schemaRef ds:uri="http://www.joulesunlimited.com/juid"/>
  </ds:schemaRefs>
</ds:datastoreItem>
</file>

<file path=customXml/itemProps175.xml><?xml version="1.0" encoding="utf-8"?>
<ds:datastoreItem xmlns:ds="http://schemas.openxmlformats.org/officeDocument/2006/customXml" ds:itemID="{73E512A7-816D-4FB3-854F-789CD33F4750}">
  <ds:schemaRefs>
    <ds:schemaRef ds:uri="http://www.joulesunlimited.com/juid"/>
  </ds:schemaRefs>
</ds:datastoreItem>
</file>

<file path=customXml/itemProps176.xml><?xml version="1.0" encoding="utf-8"?>
<ds:datastoreItem xmlns:ds="http://schemas.openxmlformats.org/officeDocument/2006/customXml" ds:itemID="{ABF56FBA-CF7E-4194-BFBD-219EE8D4BAF1}">
  <ds:schemaRefs>
    <ds:schemaRef ds:uri="http://www.joulesunlimited.com/juid"/>
  </ds:schemaRefs>
</ds:datastoreItem>
</file>

<file path=customXml/itemProps177.xml><?xml version="1.0" encoding="utf-8"?>
<ds:datastoreItem xmlns:ds="http://schemas.openxmlformats.org/officeDocument/2006/customXml" ds:itemID="{115FEF73-ABA1-40FF-8DC0-19390C1C64C4}">
  <ds:schemaRefs>
    <ds:schemaRef ds:uri="http://www.joulesunlimited.com/juid"/>
  </ds:schemaRefs>
</ds:datastoreItem>
</file>

<file path=customXml/itemProps178.xml><?xml version="1.0" encoding="utf-8"?>
<ds:datastoreItem xmlns:ds="http://schemas.openxmlformats.org/officeDocument/2006/customXml" ds:itemID="{5FFA031E-2D73-4C06-8B2A-FA79144DA577}">
  <ds:schemaRefs>
    <ds:schemaRef ds:uri="http://www.joulesunlimited.com/juid"/>
  </ds:schemaRefs>
</ds:datastoreItem>
</file>

<file path=customXml/itemProps179.xml><?xml version="1.0" encoding="utf-8"?>
<ds:datastoreItem xmlns:ds="http://schemas.openxmlformats.org/officeDocument/2006/customXml" ds:itemID="{767C1FFA-022B-4607-867E-924BC785687F}">
  <ds:schemaRefs>
    <ds:schemaRef ds:uri="http://www.joulesunlimited.com/juid"/>
  </ds:schemaRefs>
</ds:datastoreItem>
</file>

<file path=customXml/itemProps180.xml><?xml version="1.0" encoding="utf-8"?>
<ds:datastoreItem xmlns:ds="http://schemas.openxmlformats.org/officeDocument/2006/customXml" ds:itemID="{84419AA9-D99D-4A4B-86BE-00C0F3E4F088}">
  <ds:schemaRefs>
    <ds:schemaRef ds:uri="http://www.joulesunlimited.com/juid"/>
  </ds:schemaRefs>
</ds:datastoreItem>
</file>

<file path=customXml/itemProps181.xml><?xml version="1.0" encoding="utf-8"?>
<ds:datastoreItem xmlns:ds="http://schemas.openxmlformats.org/officeDocument/2006/customXml" ds:itemID="{EE8D66E9-FB51-4E69-A9D7-7C3DA57BCBFD}">
  <ds:schemaRefs>
    <ds:schemaRef ds:uri="http://www.joulesunlimited.com/juid"/>
  </ds:schemaRefs>
</ds:datastoreItem>
</file>

<file path=customXml/itemProps182.xml><?xml version="1.0" encoding="utf-8"?>
<ds:datastoreItem xmlns:ds="http://schemas.openxmlformats.org/officeDocument/2006/customXml" ds:itemID="{D311F998-73F3-484F-A3B2-4A6700869BD0}">
  <ds:schemaRefs>
    <ds:schemaRef ds:uri="http://www.joulesunlimited.com/juid"/>
  </ds:schemaRefs>
</ds:datastoreItem>
</file>

<file path=customXml/itemProps183.xml><?xml version="1.0" encoding="utf-8"?>
<ds:datastoreItem xmlns:ds="http://schemas.openxmlformats.org/officeDocument/2006/customXml" ds:itemID="{DB6CA806-F478-402C-A3D5-E9B51BDADD04}">
  <ds:schemaRefs>
    <ds:schemaRef ds:uri="http://www.joulesunlimited.com/juid"/>
  </ds:schemaRefs>
</ds:datastoreItem>
</file>

<file path=customXml/itemProps184.xml><?xml version="1.0" encoding="utf-8"?>
<ds:datastoreItem xmlns:ds="http://schemas.openxmlformats.org/officeDocument/2006/customXml" ds:itemID="{3BA2DAE1-EA51-4785-978E-BC3EB2B3486F}">
  <ds:schemaRefs>
    <ds:schemaRef ds:uri="http://www.joulesunlimited.com/juid"/>
  </ds:schemaRefs>
</ds:datastoreItem>
</file>

<file path=customXml/itemProps185.xml><?xml version="1.0" encoding="utf-8"?>
<ds:datastoreItem xmlns:ds="http://schemas.openxmlformats.org/officeDocument/2006/customXml" ds:itemID="{D6945845-5B0F-4086-9F15-47C1CD504652}">
  <ds:schemaRefs>
    <ds:schemaRef ds:uri="http://www.joulesunlimited.com/juid"/>
  </ds:schemaRefs>
</ds:datastoreItem>
</file>

<file path=customXml/itemProps186.xml><?xml version="1.0" encoding="utf-8"?>
<ds:datastoreItem xmlns:ds="http://schemas.openxmlformats.org/officeDocument/2006/customXml" ds:itemID="{84DE4117-D8D8-4FF8-88E4-0D1D6EFB3A67}">
  <ds:schemaRefs>
    <ds:schemaRef ds:uri="http://www.joulesunlimited.com/juid"/>
  </ds:schemaRefs>
</ds:datastoreItem>
</file>

<file path=customXml/itemProps187.xml><?xml version="1.0" encoding="utf-8"?>
<ds:datastoreItem xmlns:ds="http://schemas.openxmlformats.org/officeDocument/2006/customXml" ds:itemID="{5C4AB918-8B01-4852-9230-3D7D15197454}">
  <ds:schemaRefs>
    <ds:schemaRef ds:uri="http://www.joulesunlimited.com/juid"/>
  </ds:schemaRefs>
</ds:datastoreItem>
</file>

<file path=customXml/itemProps188.xml><?xml version="1.0" encoding="utf-8"?>
<ds:datastoreItem xmlns:ds="http://schemas.openxmlformats.org/officeDocument/2006/customXml" ds:itemID="{3FB46599-6925-4B9A-9563-7248EB1805B3}">
  <ds:schemaRefs>
    <ds:schemaRef ds:uri="http://www.joulesunlimited.com/juid"/>
  </ds:schemaRefs>
</ds:datastoreItem>
</file>

<file path=customXml/itemProps189.xml><?xml version="1.0" encoding="utf-8"?>
<ds:datastoreItem xmlns:ds="http://schemas.openxmlformats.org/officeDocument/2006/customXml" ds:itemID="{F3D3A114-A1A3-4E22-916A-560A842DD6AD}">
  <ds:schemaRefs>
    <ds:schemaRef ds:uri="http://www.joulesunlimited.com/juid"/>
  </ds:schemaRefs>
</ds:datastoreItem>
</file>

<file path=customXml/itemProps190.xml><?xml version="1.0" encoding="utf-8"?>
<ds:datastoreItem xmlns:ds="http://schemas.openxmlformats.org/officeDocument/2006/customXml" ds:itemID="{00F24E86-861E-41FC-9D0A-DEAEBF4BB523}">
  <ds:schemaRefs>
    <ds:schemaRef ds:uri="http://www.joulesunlimited.com/juid"/>
  </ds:schemaRefs>
</ds:datastoreItem>
</file>

<file path=customXml/itemProps191.xml><?xml version="1.0" encoding="utf-8"?>
<ds:datastoreItem xmlns:ds="http://schemas.openxmlformats.org/officeDocument/2006/customXml" ds:itemID="{C10E9B55-406C-45EF-B970-87EF3A91DA9D}">
  <ds:schemaRefs>
    <ds:schemaRef ds:uri="http://www.joulesunlimited.com/juid"/>
  </ds:schemaRefs>
</ds:datastoreItem>
</file>

<file path=customXml/itemProps192.xml><?xml version="1.0" encoding="utf-8"?>
<ds:datastoreItem xmlns:ds="http://schemas.openxmlformats.org/officeDocument/2006/customXml" ds:itemID="{6F4E213C-018B-48B7-A8EB-9E8824746CE5}">
  <ds:schemaRefs>
    <ds:schemaRef ds:uri="http://www.joulesunlimited.com/juid"/>
  </ds:schemaRefs>
</ds:datastoreItem>
</file>

<file path=customXml/itemProps193.xml><?xml version="1.0" encoding="utf-8"?>
<ds:datastoreItem xmlns:ds="http://schemas.openxmlformats.org/officeDocument/2006/customXml" ds:itemID="{18DA36BF-AE67-4CBF-99EA-D70D87C40752}">
  <ds:schemaRefs>
    <ds:schemaRef ds:uri="http://www.joulesunlimited.com/juid"/>
  </ds:schemaRefs>
</ds:datastoreItem>
</file>

<file path=customXml/itemProps194.xml><?xml version="1.0" encoding="utf-8"?>
<ds:datastoreItem xmlns:ds="http://schemas.openxmlformats.org/officeDocument/2006/customXml" ds:itemID="{0815C0D0-1363-42F0-9628-BCA854360E70}">
  <ds:schemaRefs>
    <ds:schemaRef ds:uri="http://www.joulesunlimited.com/juid"/>
  </ds:schemaRefs>
</ds:datastoreItem>
</file>

<file path=customXml/itemProps195.xml><?xml version="1.0" encoding="utf-8"?>
<ds:datastoreItem xmlns:ds="http://schemas.openxmlformats.org/officeDocument/2006/customXml" ds:itemID="{43BB2067-CD2E-47D8-AABD-C000CB2615D1}">
  <ds:schemaRefs>
    <ds:schemaRef ds:uri="http://www.joulesunlimited.com/juid"/>
  </ds:schemaRefs>
</ds:datastoreItem>
</file>

<file path=customXml/itemProps196.xml><?xml version="1.0" encoding="utf-8"?>
<ds:datastoreItem xmlns:ds="http://schemas.openxmlformats.org/officeDocument/2006/customXml" ds:itemID="{20F5A281-19DD-4E0C-853F-C4F639E630EE}">
  <ds:schemaRefs>
    <ds:schemaRef ds:uri="http://www.joulesunlimited.com/juid"/>
  </ds:schemaRefs>
</ds:datastoreItem>
</file>

<file path=customXml/itemProps197.xml><?xml version="1.0" encoding="utf-8"?>
<ds:datastoreItem xmlns:ds="http://schemas.openxmlformats.org/officeDocument/2006/customXml" ds:itemID="{03FC14F7-92A7-4B05-B3BA-4A737B6CDA9F}">
  <ds:schemaRefs>
    <ds:schemaRef ds:uri="http://www.joulesunlimited.com/juid"/>
  </ds:schemaRefs>
</ds:datastoreItem>
</file>

<file path=customXml/itemProps198.xml><?xml version="1.0" encoding="utf-8"?>
<ds:datastoreItem xmlns:ds="http://schemas.openxmlformats.org/officeDocument/2006/customXml" ds:itemID="{FED14BCC-3B83-465F-9C7F-9B9A40EACB76}">
  <ds:schemaRefs>
    <ds:schemaRef ds:uri="http://www.joulesunlimited.com/juid"/>
  </ds:schemaRefs>
</ds:datastoreItem>
</file>

<file path=customXml/itemProps199.xml><?xml version="1.0" encoding="utf-8"?>
<ds:datastoreItem xmlns:ds="http://schemas.openxmlformats.org/officeDocument/2006/customXml" ds:itemID="{AF293241-531D-4D56-B63D-BB2163A42395}">
  <ds:schemaRefs>
    <ds:schemaRef ds:uri="http://www.joulesunlimited.com/juid"/>
  </ds:schemaRefs>
</ds:datastoreItem>
</file>

<file path=customXml/itemProps200.xml><?xml version="1.0" encoding="utf-8"?>
<ds:datastoreItem xmlns:ds="http://schemas.openxmlformats.org/officeDocument/2006/customXml" ds:itemID="{FB14930F-240D-4673-A8F4-5AC9320F96CA}">
  <ds:schemaRefs>
    <ds:schemaRef ds:uri="http://www.joulesunlimited.com/juid"/>
  </ds:schemaRefs>
</ds:datastoreItem>
</file>

<file path=customXml/itemProps201.xml><?xml version="1.0" encoding="utf-8"?>
<ds:datastoreItem xmlns:ds="http://schemas.openxmlformats.org/officeDocument/2006/customXml" ds:itemID="{C3716380-7266-43D0-87AB-0D21BF7C68B6}">
  <ds:schemaRefs>
    <ds:schemaRef ds:uri="http://www.joulesunlimited.com/juid"/>
  </ds:schemaRefs>
</ds:datastoreItem>
</file>

<file path=customXml/itemProps202.xml><?xml version="1.0" encoding="utf-8"?>
<ds:datastoreItem xmlns:ds="http://schemas.openxmlformats.org/officeDocument/2006/customXml" ds:itemID="{C8A2E520-126C-432E-8673-CEF69869AF4C}">
  <ds:schemaRefs>
    <ds:schemaRef ds:uri="http://www.joulesunlimited.com/juid"/>
  </ds:schemaRefs>
</ds:datastoreItem>
</file>

<file path=customXml/itemProps203.xml><?xml version="1.0" encoding="utf-8"?>
<ds:datastoreItem xmlns:ds="http://schemas.openxmlformats.org/officeDocument/2006/customXml" ds:itemID="{C5DB4B93-EF68-497A-BFFC-349CEA0215FE}">
  <ds:schemaRefs>
    <ds:schemaRef ds:uri="http://www.joulesunlimited.com/juid"/>
  </ds:schemaRefs>
</ds:datastoreItem>
</file>

<file path=customXml/itemProps204.xml><?xml version="1.0" encoding="utf-8"?>
<ds:datastoreItem xmlns:ds="http://schemas.openxmlformats.org/officeDocument/2006/customXml" ds:itemID="{F7DAFBFD-4A2C-44D2-8B56-F1D86B59B8E6}">
  <ds:schemaRefs>
    <ds:schemaRef ds:uri="http://www.joulesunlimited.com/juid"/>
  </ds:schemaRefs>
</ds:datastoreItem>
</file>

<file path=customXml/itemProps205.xml><?xml version="1.0" encoding="utf-8"?>
<ds:datastoreItem xmlns:ds="http://schemas.openxmlformats.org/officeDocument/2006/customXml" ds:itemID="{0143778E-813B-4E6D-865D-61877FC274D3}">
  <ds:schemaRefs>
    <ds:schemaRef ds:uri="http://www.joulesunlimited.com/juid"/>
  </ds:schemaRefs>
</ds:datastoreItem>
</file>

<file path=customXml/itemProps206.xml><?xml version="1.0" encoding="utf-8"?>
<ds:datastoreItem xmlns:ds="http://schemas.openxmlformats.org/officeDocument/2006/customXml" ds:itemID="{790ED61E-4D51-4E18-98CC-08A950E5E93F}">
  <ds:schemaRefs>
    <ds:schemaRef ds:uri="http://www.joulesunlimited.com/juid"/>
  </ds:schemaRefs>
</ds:datastoreItem>
</file>

<file path=customXml/itemProps207.xml><?xml version="1.0" encoding="utf-8"?>
<ds:datastoreItem xmlns:ds="http://schemas.openxmlformats.org/officeDocument/2006/customXml" ds:itemID="{4A7946C3-285C-4477-ADAC-4C1E7112B78C}">
  <ds:schemaRefs>
    <ds:schemaRef ds:uri="http://www.joulesunlimited.com/juid"/>
  </ds:schemaRefs>
</ds:datastoreItem>
</file>

<file path=customXml/itemProps208.xml><?xml version="1.0" encoding="utf-8"?>
<ds:datastoreItem xmlns:ds="http://schemas.openxmlformats.org/officeDocument/2006/customXml" ds:itemID="{D874D46C-7D5D-4C0A-8484-67682CB23A6F}">
  <ds:schemaRefs>
    <ds:schemaRef ds:uri="http://www.joulesunlimited.com/juid"/>
  </ds:schemaRefs>
</ds:datastoreItem>
</file>

<file path=customXml/itemProps209.xml><?xml version="1.0" encoding="utf-8"?>
<ds:datastoreItem xmlns:ds="http://schemas.openxmlformats.org/officeDocument/2006/customXml" ds:itemID="{4FD72272-F558-48F2-9DD9-961F99346968}">
  <ds:schemaRefs>
    <ds:schemaRef ds:uri="http://www.joulesunlimited.com/juid"/>
  </ds:schemaRefs>
</ds:datastoreItem>
</file>

<file path=customXml/itemProps210.xml><?xml version="1.0" encoding="utf-8"?>
<ds:datastoreItem xmlns:ds="http://schemas.openxmlformats.org/officeDocument/2006/customXml" ds:itemID="{0DB8A183-40E1-49D8-9789-4064855AA92C}">
  <ds:schemaRefs>
    <ds:schemaRef ds:uri="http://www.joulesunlimited.com/juid"/>
  </ds:schemaRefs>
</ds:datastoreItem>
</file>

<file path=customXml/itemProps211.xml><?xml version="1.0" encoding="utf-8"?>
<ds:datastoreItem xmlns:ds="http://schemas.openxmlformats.org/officeDocument/2006/customXml" ds:itemID="{78651626-A5DB-4094-A686-E32F7138F72D}">
  <ds:schemaRefs>
    <ds:schemaRef ds:uri="http://www.joulesunlimited.com/juid"/>
  </ds:schemaRefs>
</ds:datastoreItem>
</file>

<file path=customXml/itemProps212.xml><?xml version="1.0" encoding="utf-8"?>
<ds:datastoreItem xmlns:ds="http://schemas.openxmlformats.org/officeDocument/2006/customXml" ds:itemID="{8E007A5B-1E73-4F3F-92BB-8533702283F4}">
  <ds:schemaRefs>
    <ds:schemaRef ds:uri="http://www.joulesunlimited.com/juid"/>
  </ds:schemaRefs>
</ds:datastoreItem>
</file>

<file path=customXml/itemProps213.xml><?xml version="1.0" encoding="utf-8"?>
<ds:datastoreItem xmlns:ds="http://schemas.openxmlformats.org/officeDocument/2006/customXml" ds:itemID="{D6E6315A-3EB1-408B-B8E7-66BF403D1222}">
  <ds:schemaRefs>
    <ds:schemaRef ds:uri="http://www.joulesunlimited.com/juid"/>
  </ds:schemaRefs>
</ds:datastoreItem>
</file>

<file path=customXml/itemProps214.xml><?xml version="1.0" encoding="utf-8"?>
<ds:datastoreItem xmlns:ds="http://schemas.openxmlformats.org/officeDocument/2006/customXml" ds:itemID="{96B41E42-1437-4D96-AB83-2A5351FE0FA9}">
  <ds:schemaRefs>
    <ds:schemaRef ds:uri="http://www.joulesunlimited.com/juid"/>
  </ds:schemaRefs>
</ds:datastoreItem>
</file>

<file path=customXml/itemProps215.xml><?xml version="1.0" encoding="utf-8"?>
<ds:datastoreItem xmlns:ds="http://schemas.openxmlformats.org/officeDocument/2006/customXml" ds:itemID="{F5373E63-85CC-487B-9945-D21409494EC8}">
  <ds:schemaRefs>
    <ds:schemaRef ds:uri="http://www.joulesunlimited.com/juid"/>
  </ds:schemaRefs>
</ds:datastoreItem>
</file>

<file path=customXml/itemProps216.xml><?xml version="1.0" encoding="utf-8"?>
<ds:datastoreItem xmlns:ds="http://schemas.openxmlformats.org/officeDocument/2006/customXml" ds:itemID="{2438373E-5BFB-4669-A7F3-D2034D57D962}">
  <ds:schemaRefs>
    <ds:schemaRef ds:uri="http://www.joulesunlimited.com/juid"/>
  </ds:schemaRefs>
</ds:datastoreItem>
</file>

<file path=customXml/itemProps217.xml><?xml version="1.0" encoding="utf-8"?>
<ds:datastoreItem xmlns:ds="http://schemas.openxmlformats.org/officeDocument/2006/customXml" ds:itemID="{2FF5B233-BCEB-41A2-9149-916DFE1E5D9C}">
  <ds:schemaRefs>
    <ds:schemaRef ds:uri="http://www.joulesunlimited.com/juid"/>
  </ds:schemaRefs>
</ds:datastoreItem>
</file>

<file path=customXml/itemProps218.xml><?xml version="1.0" encoding="utf-8"?>
<ds:datastoreItem xmlns:ds="http://schemas.openxmlformats.org/officeDocument/2006/customXml" ds:itemID="{0B739756-F225-469F-BEAA-57EB5357EA0E}">
  <ds:schemaRefs>
    <ds:schemaRef ds:uri="http://www.joulesunlimited.com/juid"/>
  </ds:schemaRefs>
</ds:datastoreItem>
</file>

<file path=customXml/itemProps219.xml><?xml version="1.0" encoding="utf-8"?>
<ds:datastoreItem xmlns:ds="http://schemas.openxmlformats.org/officeDocument/2006/customXml" ds:itemID="{A1710FD7-D06C-4285-B011-1FEE9FBB1926}">
  <ds:schemaRefs>
    <ds:schemaRef ds:uri="http://www.joulesunlimited.com/juid"/>
  </ds:schemaRefs>
</ds:datastoreItem>
</file>

<file path=customXml/itemProps220.xml><?xml version="1.0" encoding="utf-8"?>
<ds:datastoreItem xmlns:ds="http://schemas.openxmlformats.org/officeDocument/2006/customXml" ds:itemID="{8B2393E4-6D09-4A7F-A1CB-4155506EDF02}">
  <ds:schemaRefs>
    <ds:schemaRef ds:uri="http://www.joulesunlimited.com/juid"/>
  </ds:schemaRefs>
</ds:datastoreItem>
</file>

<file path=customXml/itemProps221.xml><?xml version="1.0" encoding="utf-8"?>
<ds:datastoreItem xmlns:ds="http://schemas.openxmlformats.org/officeDocument/2006/customXml" ds:itemID="{B651B998-C23B-404E-9A61-A41900984053}">
  <ds:schemaRefs>
    <ds:schemaRef ds:uri="http://www.joulesunlimited.com/juid"/>
  </ds:schemaRefs>
</ds:datastoreItem>
</file>

<file path=customXml/itemProps222.xml><?xml version="1.0" encoding="utf-8"?>
<ds:datastoreItem xmlns:ds="http://schemas.openxmlformats.org/officeDocument/2006/customXml" ds:itemID="{ED5C6071-E735-4F94-B46B-32A51A6BADD6}">
  <ds:schemaRefs>
    <ds:schemaRef ds:uri="http://www.joulesunlimited.com/juid"/>
  </ds:schemaRefs>
</ds:datastoreItem>
</file>

<file path=customXml/itemProps223.xml><?xml version="1.0" encoding="utf-8"?>
<ds:datastoreItem xmlns:ds="http://schemas.openxmlformats.org/officeDocument/2006/customXml" ds:itemID="{A60BBB8A-33D8-4B11-A6AC-FFA24D4F390E}">
  <ds:schemaRefs>
    <ds:schemaRef ds:uri="http://www.joulesunlimited.com/juid"/>
  </ds:schemaRefs>
</ds:datastoreItem>
</file>

<file path=customXml/itemProps224.xml><?xml version="1.0" encoding="utf-8"?>
<ds:datastoreItem xmlns:ds="http://schemas.openxmlformats.org/officeDocument/2006/customXml" ds:itemID="{01CDEEDE-9FAA-419D-BD98-C15B17ACBD08}">
  <ds:schemaRefs>
    <ds:schemaRef ds:uri="http://www.joulesunlimited.com/juid"/>
  </ds:schemaRefs>
</ds:datastoreItem>
</file>

<file path=customXml/itemProps225.xml><?xml version="1.0" encoding="utf-8"?>
<ds:datastoreItem xmlns:ds="http://schemas.openxmlformats.org/officeDocument/2006/customXml" ds:itemID="{A913F5E3-5589-4663-8381-4D05B75216A5}">
  <ds:schemaRefs>
    <ds:schemaRef ds:uri="http://www.joulesunlimited.com/juid"/>
  </ds:schemaRefs>
</ds:datastoreItem>
</file>

<file path=customXml/itemProps226.xml><?xml version="1.0" encoding="utf-8"?>
<ds:datastoreItem xmlns:ds="http://schemas.openxmlformats.org/officeDocument/2006/customXml" ds:itemID="{73A451E2-B649-4190-AA09-0A778182B015}">
  <ds:schemaRefs>
    <ds:schemaRef ds:uri="http://www.joulesunlimited.com/juid"/>
  </ds:schemaRefs>
</ds:datastoreItem>
</file>

<file path=customXml/itemProps227.xml><?xml version="1.0" encoding="utf-8"?>
<ds:datastoreItem xmlns:ds="http://schemas.openxmlformats.org/officeDocument/2006/customXml" ds:itemID="{14B2E6EC-E214-4F0F-B1CA-E6586A18706E}">
  <ds:schemaRefs>
    <ds:schemaRef ds:uri="http://www.joulesunlimited.com/juid"/>
  </ds:schemaRefs>
</ds:datastoreItem>
</file>

<file path=customXml/itemProps228.xml><?xml version="1.0" encoding="utf-8"?>
<ds:datastoreItem xmlns:ds="http://schemas.openxmlformats.org/officeDocument/2006/customXml" ds:itemID="{F793F1DB-63DA-4C6E-A655-D391EA1778EE}">
  <ds:schemaRefs>
    <ds:schemaRef ds:uri="http://www.joulesunlimited.com/juid"/>
  </ds:schemaRefs>
</ds:datastoreItem>
</file>

<file path=customXml/itemProps229.xml><?xml version="1.0" encoding="utf-8"?>
<ds:datastoreItem xmlns:ds="http://schemas.openxmlformats.org/officeDocument/2006/customXml" ds:itemID="{98881251-2C69-4582-A5AD-90D26BAED17B}">
  <ds:schemaRefs>
    <ds:schemaRef ds:uri="http://www.joulesunlimited.com/juid"/>
  </ds:schemaRefs>
</ds:datastoreItem>
</file>

<file path=customXml/itemProps230.xml><?xml version="1.0" encoding="utf-8"?>
<ds:datastoreItem xmlns:ds="http://schemas.openxmlformats.org/officeDocument/2006/customXml" ds:itemID="{28B0FBB5-25DD-4282-BFE8-23936B91E3F8}">
  <ds:schemaRefs>
    <ds:schemaRef ds:uri="http://www.joulesunlimited.com/juid"/>
  </ds:schemaRefs>
</ds:datastoreItem>
</file>

<file path=customXml/itemProps231.xml><?xml version="1.0" encoding="utf-8"?>
<ds:datastoreItem xmlns:ds="http://schemas.openxmlformats.org/officeDocument/2006/customXml" ds:itemID="{D349D5D5-D3D7-46FA-9F66-3BD59FD17E0A}">
  <ds:schemaRefs>
    <ds:schemaRef ds:uri="http://www.joulesunlimited.com/juid"/>
  </ds:schemaRefs>
</ds:datastoreItem>
</file>

<file path=customXml/itemProps232.xml><?xml version="1.0" encoding="utf-8"?>
<ds:datastoreItem xmlns:ds="http://schemas.openxmlformats.org/officeDocument/2006/customXml" ds:itemID="{4F614252-995F-4118-A26D-A004A6CD1297}">
  <ds:schemaRefs>
    <ds:schemaRef ds:uri="http://www.joulesunlimited.com/juid"/>
  </ds:schemaRefs>
</ds:datastoreItem>
</file>

<file path=customXml/itemProps233.xml><?xml version="1.0" encoding="utf-8"?>
<ds:datastoreItem xmlns:ds="http://schemas.openxmlformats.org/officeDocument/2006/customXml" ds:itemID="{CD07BC61-B53F-4F06-94F9-E6474FF2B862}">
  <ds:schemaRefs>
    <ds:schemaRef ds:uri="http://www.joulesunlimited.com/juid"/>
  </ds:schemaRefs>
</ds:datastoreItem>
</file>

<file path=customXml/itemProps234.xml><?xml version="1.0" encoding="utf-8"?>
<ds:datastoreItem xmlns:ds="http://schemas.openxmlformats.org/officeDocument/2006/customXml" ds:itemID="{08DCAAEC-AF6C-4334-9677-5D1A23B65609}">
  <ds:schemaRefs>
    <ds:schemaRef ds:uri="http://www.joulesunlimited.com/juid"/>
  </ds:schemaRefs>
</ds:datastoreItem>
</file>

<file path=customXml/itemProps235.xml><?xml version="1.0" encoding="utf-8"?>
<ds:datastoreItem xmlns:ds="http://schemas.openxmlformats.org/officeDocument/2006/customXml" ds:itemID="{5BED99F2-5304-4364-9974-9758362980C5}">
  <ds:schemaRefs>
    <ds:schemaRef ds:uri="http://www.joulesunlimited.com/juid"/>
  </ds:schemaRefs>
</ds:datastoreItem>
</file>

<file path=customXml/itemProps236.xml><?xml version="1.0" encoding="utf-8"?>
<ds:datastoreItem xmlns:ds="http://schemas.openxmlformats.org/officeDocument/2006/customXml" ds:itemID="{F391645E-8F94-4BEB-89DB-5F9C0E6912D6}">
  <ds:schemaRefs>
    <ds:schemaRef ds:uri="http://www.joulesunlimited.com/juid"/>
  </ds:schemaRefs>
</ds:datastoreItem>
</file>

<file path=customXml/itemProps237.xml><?xml version="1.0" encoding="utf-8"?>
<ds:datastoreItem xmlns:ds="http://schemas.openxmlformats.org/officeDocument/2006/customXml" ds:itemID="{F0237ECD-6430-4807-BE34-1C1379D3FE51}">
  <ds:schemaRefs>
    <ds:schemaRef ds:uri="http://www.joulesunlimited.com/juid"/>
  </ds:schemaRefs>
</ds:datastoreItem>
</file>

<file path=customXml/itemProps238.xml><?xml version="1.0" encoding="utf-8"?>
<ds:datastoreItem xmlns:ds="http://schemas.openxmlformats.org/officeDocument/2006/customXml" ds:itemID="{08C57BF4-AC5E-433C-A207-033F557F3D22}">
  <ds:schemaRefs>
    <ds:schemaRef ds:uri="http://www.joulesunlimited.com/juid"/>
  </ds:schemaRefs>
</ds:datastoreItem>
</file>

<file path=customXml/itemProps239.xml><?xml version="1.0" encoding="utf-8"?>
<ds:datastoreItem xmlns:ds="http://schemas.openxmlformats.org/officeDocument/2006/customXml" ds:itemID="{062ADA89-2D8F-412B-A55F-8FC35E40AABB}">
  <ds:schemaRefs>
    <ds:schemaRef ds:uri="http://www.joulesunlimited.com/juid"/>
  </ds:schemaRefs>
</ds:datastoreItem>
</file>

<file path=customXml/itemProps240.xml><?xml version="1.0" encoding="utf-8"?>
<ds:datastoreItem xmlns:ds="http://schemas.openxmlformats.org/officeDocument/2006/customXml" ds:itemID="{0E2223D0-A920-4BC2-9C7A-E82BCBA258AE}">
  <ds:schemaRefs>
    <ds:schemaRef ds:uri="http://www.joulesunlimited.com/juid"/>
  </ds:schemaRefs>
</ds:datastoreItem>
</file>

<file path=customXml/itemProps241.xml><?xml version="1.0" encoding="utf-8"?>
<ds:datastoreItem xmlns:ds="http://schemas.openxmlformats.org/officeDocument/2006/customXml" ds:itemID="{54D69DC4-E58C-44B8-83F0-A5CFEC58487F}">
  <ds:schemaRefs>
    <ds:schemaRef ds:uri="http://www.joulesunlimited.com/juid"/>
  </ds:schemaRefs>
</ds:datastoreItem>
</file>

<file path=customXml/itemProps242.xml><?xml version="1.0" encoding="utf-8"?>
<ds:datastoreItem xmlns:ds="http://schemas.openxmlformats.org/officeDocument/2006/customXml" ds:itemID="{CFB1A3DA-E2E6-484E-8A66-C5782E325F84}">
  <ds:schemaRefs>
    <ds:schemaRef ds:uri="http://www.joulesunlimited.com/juid"/>
  </ds:schemaRefs>
</ds:datastoreItem>
</file>

<file path=customXml/itemProps243.xml><?xml version="1.0" encoding="utf-8"?>
<ds:datastoreItem xmlns:ds="http://schemas.openxmlformats.org/officeDocument/2006/customXml" ds:itemID="{7D83A968-1631-48EC-8FF6-46BD657ECC43}">
  <ds:schemaRefs>
    <ds:schemaRef ds:uri="http://www.joulesunlimited.com/juid"/>
  </ds:schemaRefs>
</ds:datastoreItem>
</file>

<file path=customXml/itemProps244.xml><?xml version="1.0" encoding="utf-8"?>
<ds:datastoreItem xmlns:ds="http://schemas.openxmlformats.org/officeDocument/2006/customXml" ds:itemID="{AC344D8A-5E06-40CF-A53C-642544C0B316}">
  <ds:schemaRefs>
    <ds:schemaRef ds:uri="http://www.joulesunlimited.com/juid"/>
  </ds:schemaRefs>
</ds:datastoreItem>
</file>

<file path=customXml/itemProps245.xml><?xml version="1.0" encoding="utf-8"?>
<ds:datastoreItem xmlns:ds="http://schemas.openxmlformats.org/officeDocument/2006/customXml" ds:itemID="{BA7D1A2E-5A05-467F-8943-5486A5D841F0}">
  <ds:schemaRefs>
    <ds:schemaRef ds:uri="http://www.joulesunlimited.com/juid"/>
  </ds:schemaRefs>
</ds:datastoreItem>
</file>

<file path=customXml/itemProps246.xml><?xml version="1.0" encoding="utf-8"?>
<ds:datastoreItem xmlns:ds="http://schemas.openxmlformats.org/officeDocument/2006/customXml" ds:itemID="{3CE82084-4197-4035-A8E8-0DFCA0DD89E5}">
  <ds:schemaRefs>
    <ds:schemaRef ds:uri="http://www.joulesunlimited.com/juid"/>
  </ds:schemaRefs>
</ds:datastoreItem>
</file>

<file path=customXml/itemProps247.xml><?xml version="1.0" encoding="utf-8"?>
<ds:datastoreItem xmlns:ds="http://schemas.openxmlformats.org/officeDocument/2006/customXml" ds:itemID="{2F8B0D88-1846-4D7D-B670-24BFF70F2E0E}">
  <ds:schemaRefs>
    <ds:schemaRef ds:uri="http://www.joulesunlimited.com/juid"/>
  </ds:schemaRefs>
</ds:datastoreItem>
</file>

<file path=customXml/itemProps248.xml><?xml version="1.0" encoding="utf-8"?>
<ds:datastoreItem xmlns:ds="http://schemas.openxmlformats.org/officeDocument/2006/customXml" ds:itemID="{54B9170E-A15E-455B-B221-A7395F472643}">
  <ds:schemaRefs>
    <ds:schemaRef ds:uri="http://www.joulesunlimited.com/juid"/>
  </ds:schemaRefs>
</ds:datastoreItem>
</file>

<file path=customXml/itemProps249.xml><?xml version="1.0" encoding="utf-8"?>
<ds:datastoreItem xmlns:ds="http://schemas.openxmlformats.org/officeDocument/2006/customXml" ds:itemID="{FAD20972-3607-4AF3-92B6-36A9AC59020D}">
  <ds:schemaRefs>
    <ds:schemaRef ds:uri="http://www.joulesunlimited.com/juid"/>
  </ds:schemaRefs>
</ds:datastoreItem>
</file>

<file path=customXml/itemProps250.xml><?xml version="1.0" encoding="utf-8"?>
<ds:datastoreItem xmlns:ds="http://schemas.openxmlformats.org/officeDocument/2006/customXml" ds:itemID="{CA250BB5-3DF3-4E7F-A6AA-5CF4B7C75DA2}">
  <ds:schemaRefs>
    <ds:schemaRef ds:uri="http://www.joulesunlimited.com/juid"/>
  </ds:schemaRefs>
</ds:datastoreItem>
</file>

<file path=customXml/itemProps251.xml><?xml version="1.0" encoding="utf-8"?>
<ds:datastoreItem xmlns:ds="http://schemas.openxmlformats.org/officeDocument/2006/customXml" ds:itemID="{58166FA1-51EC-44CE-9EA8-5548ED16B60D}">
  <ds:schemaRefs>
    <ds:schemaRef ds:uri="http://www.joulesunlimited.com/juid"/>
  </ds:schemaRefs>
</ds:datastoreItem>
</file>

<file path=customXml/itemProps252.xml><?xml version="1.0" encoding="utf-8"?>
<ds:datastoreItem xmlns:ds="http://schemas.openxmlformats.org/officeDocument/2006/customXml" ds:itemID="{CCE8B156-7775-45AC-89E5-6FD2C9954B6B}">
  <ds:schemaRefs>
    <ds:schemaRef ds:uri="http://www.joulesunlimited.com/juid"/>
  </ds:schemaRefs>
</ds:datastoreItem>
</file>

<file path=customXml/itemProps253.xml><?xml version="1.0" encoding="utf-8"?>
<ds:datastoreItem xmlns:ds="http://schemas.openxmlformats.org/officeDocument/2006/customXml" ds:itemID="{14618959-F268-4F83-8B00-AF445E1F3D28}">
  <ds:schemaRefs>
    <ds:schemaRef ds:uri="http://www.joulesunlimited.com/juid"/>
  </ds:schemaRefs>
</ds:datastoreItem>
</file>

<file path=customXml/itemProps254.xml><?xml version="1.0" encoding="utf-8"?>
<ds:datastoreItem xmlns:ds="http://schemas.openxmlformats.org/officeDocument/2006/customXml" ds:itemID="{180099E4-D799-4E27-BBCD-48F316540E20}">
  <ds:schemaRefs>
    <ds:schemaRef ds:uri="http://www.joulesunlimited.com/juid"/>
  </ds:schemaRefs>
</ds:datastoreItem>
</file>

<file path=customXml/itemProps255.xml><?xml version="1.0" encoding="utf-8"?>
<ds:datastoreItem xmlns:ds="http://schemas.openxmlformats.org/officeDocument/2006/customXml" ds:itemID="{1E17D66B-6EDA-49EC-A620-166724293DC9}">
  <ds:schemaRefs>
    <ds:schemaRef ds:uri="http://www.joulesunlimited.com/juid"/>
  </ds:schemaRefs>
</ds:datastoreItem>
</file>

<file path=customXml/itemProps256.xml><?xml version="1.0" encoding="utf-8"?>
<ds:datastoreItem xmlns:ds="http://schemas.openxmlformats.org/officeDocument/2006/customXml" ds:itemID="{A15D9722-731C-4159-9E59-4F6BDE9112A9}">
  <ds:schemaRefs>
    <ds:schemaRef ds:uri="http://www.joulesunlimited.com/juid"/>
  </ds:schemaRefs>
</ds:datastoreItem>
</file>

<file path=customXml/itemProps257.xml><?xml version="1.0" encoding="utf-8"?>
<ds:datastoreItem xmlns:ds="http://schemas.openxmlformats.org/officeDocument/2006/customXml" ds:itemID="{4ECCF988-C6DC-4D02-B2F3-8C8F42B6C92F}">
  <ds:schemaRefs>
    <ds:schemaRef ds:uri="http://www.joulesunlimited.com/juid"/>
  </ds:schemaRefs>
</ds:datastoreItem>
</file>

<file path=customXml/itemProps258.xml><?xml version="1.0" encoding="utf-8"?>
<ds:datastoreItem xmlns:ds="http://schemas.openxmlformats.org/officeDocument/2006/customXml" ds:itemID="{3CAE7928-59BA-4071-B24E-89EA52EDF93F}">
  <ds:schemaRefs>
    <ds:schemaRef ds:uri="http://www.joulesunlimited.com/juid"/>
  </ds:schemaRefs>
</ds:datastoreItem>
</file>

<file path=customXml/itemProps259.xml><?xml version="1.0" encoding="utf-8"?>
<ds:datastoreItem xmlns:ds="http://schemas.openxmlformats.org/officeDocument/2006/customXml" ds:itemID="{E8DE1287-7BDC-4434-89AC-C1A77FBB973D}">
  <ds:schemaRefs>
    <ds:schemaRef ds:uri="http://www.joulesunlimited.com/juid"/>
  </ds:schemaRefs>
</ds:datastoreItem>
</file>

<file path=customXml/itemProps260.xml><?xml version="1.0" encoding="utf-8"?>
<ds:datastoreItem xmlns:ds="http://schemas.openxmlformats.org/officeDocument/2006/customXml" ds:itemID="{0349C699-51F6-46CA-B778-EBB2808B7D4E}">
  <ds:schemaRefs>
    <ds:schemaRef ds:uri="http://www.joulesunlimited.com/juid"/>
  </ds:schemaRefs>
</ds:datastoreItem>
</file>

<file path=customXml/itemProps261.xml><?xml version="1.0" encoding="utf-8"?>
<ds:datastoreItem xmlns:ds="http://schemas.openxmlformats.org/officeDocument/2006/customXml" ds:itemID="{BAA6AF8F-526A-455C-84E4-12A574DCAB4E}">
  <ds:schemaRefs>
    <ds:schemaRef ds:uri="http://www.joulesunlimited.com/juid"/>
  </ds:schemaRefs>
</ds:datastoreItem>
</file>

<file path=customXml/itemProps262.xml><?xml version="1.0" encoding="utf-8"?>
<ds:datastoreItem xmlns:ds="http://schemas.openxmlformats.org/officeDocument/2006/customXml" ds:itemID="{2749413D-711D-44B2-9836-F26D6E5CC14D}">
  <ds:schemaRefs>
    <ds:schemaRef ds:uri="http://www.joulesunlimited.com/juid"/>
  </ds:schemaRefs>
</ds:datastoreItem>
</file>

<file path=customXml/itemProps263.xml><?xml version="1.0" encoding="utf-8"?>
<ds:datastoreItem xmlns:ds="http://schemas.openxmlformats.org/officeDocument/2006/customXml" ds:itemID="{76942C6F-CA62-4A3E-8D90-057C50CA0EA9}">
  <ds:schemaRefs>
    <ds:schemaRef ds:uri="http://www.joulesunlimited.com/juid"/>
  </ds:schemaRefs>
</ds:datastoreItem>
</file>

<file path=customXml/itemProps264.xml><?xml version="1.0" encoding="utf-8"?>
<ds:datastoreItem xmlns:ds="http://schemas.openxmlformats.org/officeDocument/2006/customXml" ds:itemID="{DB7242D0-9334-4AB4-958A-1B03F75BF491}">
  <ds:schemaRefs>
    <ds:schemaRef ds:uri="http://www.joulesunlimited.com/juid"/>
  </ds:schemaRefs>
</ds:datastoreItem>
</file>

<file path=customXml/itemProps265.xml><?xml version="1.0" encoding="utf-8"?>
<ds:datastoreItem xmlns:ds="http://schemas.openxmlformats.org/officeDocument/2006/customXml" ds:itemID="{D2653A1E-B50F-44B9-B1D7-0A4F91B07442}">
  <ds:schemaRefs>
    <ds:schemaRef ds:uri="http://www.joulesunlimited.com/juid"/>
  </ds:schemaRefs>
</ds:datastoreItem>
</file>

<file path=customXml/itemProps266.xml><?xml version="1.0" encoding="utf-8"?>
<ds:datastoreItem xmlns:ds="http://schemas.openxmlformats.org/officeDocument/2006/customXml" ds:itemID="{3954F39E-E055-4422-AAD9-5B529DD7ED70}">
  <ds:schemaRefs>
    <ds:schemaRef ds:uri="http://www.joulesunlimited.com/juid"/>
  </ds:schemaRefs>
</ds:datastoreItem>
</file>

<file path=customXml/itemProps267.xml><?xml version="1.0" encoding="utf-8"?>
<ds:datastoreItem xmlns:ds="http://schemas.openxmlformats.org/officeDocument/2006/customXml" ds:itemID="{A43B72A3-ED61-4C1C-8446-8BBF5E258BD8}">
  <ds:schemaRefs>
    <ds:schemaRef ds:uri="http://www.joulesunlimited.com/juid"/>
  </ds:schemaRefs>
</ds:datastoreItem>
</file>

<file path=customXml/itemProps268.xml><?xml version="1.0" encoding="utf-8"?>
<ds:datastoreItem xmlns:ds="http://schemas.openxmlformats.org/officeDocument/2006/customXml" ds:itemID="{5B101FD2-094C-4D57-9D91-E1E252A1BF1E}">
  <ds:schemaRefs>
    <ds:schemaRef ds:uri="http://www.joulesunlimited.com/juid"/>
  </ds:schemaRefs>
</ds:datastoreItem>
</file>

<file path=customXml/itemProps269.xml><?xml version="1.0" encoding="utf-8"?>
<ds:datastoreItem xmlns:ds="http://schemas.openxmlformats.org/officeDocument/2006/customXml" ds:itemID="{25994575-688D-4533-9946-C6DA65FB36D3}">
  <ds:schemaRefs>
    <ds:schemaRef ds:uri="http://www.joulesunlimited.com/juid"/>
  </ds:schemaRefs>
</ds:datastoreItem>
</file>

<file path=customXml/itemProps270.xml><?xml version="1.0" encoding="utf-8"?>
<ds:datastoreItem xmlns:ds="http://schemas.openxmlformats.org/officeDocument/2006/customXml" ds:itemID="{C6304BDE-F817-4504-8AA0-539561044A14}">
  <ds:schemaRefs>
    <ds:schemaRef ds:uri="http://www.joulesunlimited.com/juid"/>
  </ds:schemaRefs>
</ds:datastoreItem>
</file>

<file path=customXml/itemProps271.xml><?xml version="1.0" encoding="utf-8"?>
<ds:datastoreItem xmlns:ds="http://schemas.openxmlformats.org/officeDocument/2006/customXml" ds:itemID="{95D1A279-78F9-4CEB-8B51-8BB5DB28C69C}">
  <ds:schemaRefs>
    <ds:schemaRef ds:uri="http://www.joulesunlimited.com/juid"/>
  </ds:schemaRefs>
</ds:datastoreItem>
</file>

<file path=customXml/itemProps272.xml><?xml version="1.0" encoding="utf-8"?>
<ds:datastoreItem xmlns:ds="http://schemas.openxmlformats.org/officeDocument/2006/customXml" ds:itemID="{0D8595A0-86C9-4F1A-A392-1A7374A65BAF}">
  <ds:schemaRefs>
    <ds:schemaRef ds:uri="http://www.joulesunlimited.com/juid"/>
  </ds:schemaRefs>
</ds:datastoreItem>
</file>

<file path=customXml/itemProps273.xml><?xml version="1.0" encoding="utf-8"?>
<ds:datastoreItem xmlns:ds="http://schemas.openxmlformats.org/officeDocument/2006/customXml" ds:itemID="{22036528-1ECD-4E20-B3FC-49FBC1B2EA69}">
  <ds:schemaRefs>
    <ds:schemaRef ds:uri="http://www.joulesunlimited.com/juid"/>
  </ds:schemaRefs>
</ds:datastoreItem>
</file>

<file path=customXml/itemProps274.xml><?xml version="1.0" encoding="utf-8"?>
<ds:datastoreItem xmlns:ds="http://schemas.openxmlformats.org/officeDocument/2006/customXml" ds:itemID="{7E6149B1-724F-461F-AC9F-2002687F8C31}">
  <ds:schemaRefs>
    <ds:schemaRef ds:uri="http://www.joulesunlimited.com/juid"/>
  </ds:schemaRefs>
</ds:datastoreItem>
</file>

<file path=customXml/itemProps275.xml><?xml version="1.0" encoding="utf-8"?>
<ds:datastoreItem xmlns:ds="http://schemas.openxmlformats.org/officeDocument/2006/customXml" ds:itemID="{8F3FE24F-31D1-476E-9368-04E752F63D34}">
  <ds:schemaRefs>
    <ds:schemaRef ds:uri="http://www.joulesunlimited.com/juid"/>
  </ds:schemaRefs>
</ds:datastoreItem>
</file>

<file path=customXml/itemProps276.xml><?xml version="1.0" encoding="utf-8"?>
<ds:datastoreItem xmlns:ds="http://schemas.openxmlformats.org/officeDocument/2006/customXml" ds:itemID="{8D10B2EE-A168-4ECB-B387-568D97994917}">
  <ds:schemaRefs>
    <ds:schemaRef ds:uri="http://www.joulesunlimited.com/juid"/>
  </ds:schemaRefs>
</ds:datastoreItem>
</file>

<file path=customXml/itemProps277.xml><?xml version="1.0" encoding="utf-8"?>
<ds:datastoreItem xmlns:ds="http://schemas.openxmlformats.org/officeDocument/2006/customXml" ds:itemID="{7B6CE729-9463-41B6-9A4F-E5A3EBECE1CC}">
  <ds:schemaRefs>
    <ds:schemaRef ds:uri="http://www.joulesunlimited.com/juid"/>
  </ds:schemaRefs>
</ds:datastoreItem>
</file>

<file path=customXml/itemProps278.xml><?xml version="1.0" encoding="utf-8"?>
<ds:datastoreItem xmlns:ds="http://schemas.openxmlformats.org/officeDocument/2006/customXml" ds:itemID="{2AE41231-78CB-46E1-92A2-A2C8F3B7FDA5}">
  <ds:schemaRefs>
    <ds:schemaRef ds:uri="http://www.joulesunlimited.com/juid"/>
  </ds:schemaRefs>
</ds:datastoreItem>
</file>

<file path=customXml/itemProps279.xml><?xml version="1.0" encoding="utf-8"?>
<ds:datastoreItem xmlns:ds="http://schemas.openxmlformats.org/officeDocument/2006/customXml" ds:itemID="{5EDBBA9F-DF4B-43E9-BDB2-BC96FDB2116C}">
  <ds:schemaRefs>
    <ds:schemaRef ds:uri="http://www.joulesunlimited.com/juid"/>
  </ds:schemaRefs>
</ds:datastoreItem>
</file>

<file path=customXml/itemProps280.xml><?xml version="1.0" encoding="utf-8"?>
<ds:datastoreItem xmlns:ds="http://schemas.openxmlformats.org/officeDocument/2006/customXml" ds:itemID="{AB499BD2-8787-4B16-92AA-81F7D9B18985}">
  <ds:schemaRefs>
    <ds:schemaRef ds:uri="http://schemas.microsoft.com/office/2006/metadata/properties"/>
    <ds:schemaRef ds:uri="http://schemas.microsoft.com/office/infopath/2007/PartnerControls"/>
    <ds:schemaRef ds:uri="8c0598cb-5732-4be3-9c2b-cd37da96a22e"/>
    <ds:schemaRef ds:uri="5811c8ba-2203-4092-b266-7e03b606f912"/>
  </ds:schemaRefs>
</ds:datastoreItem>
</file>

<file path=customXml/itemProps281.xml><?xml version="1.0" encoding="utf-8"?>
<ds:datastoreItem xmlns:ds="http://schemas.openxmlformats.org/officeDocument/2006/customXml" ds:itemID="{E0000AD7-5152-43B6-A270-72C711AD5AEF}">
  <ds:schemaRefs>
    <ds:schemaRef ds:uri="http://www.joulesunlimited.com/juid"/>
  </ds:schemaRefs>
</ds:datastoreItem>
</file>

<file path=customXml/itemProps282.xml><?xml version="1.0" encoding="utf-8"?>
<ds:datastoreItem xmlns:ds="http://schemas.openxmlformats.org/officeDocument/2006/customXml" ds:itemID="{CC2D6BD2-C5CD-4AE4-ABA2-1A8C8D7CE9BE}">
  <ds:schemaRefs>
    <ds:schemaRef ds:uri="http://www.joulesunlimited.com/juid"/>
  </ds:schemaRefs>
</ds:datastoreItem>
</file>

<file path=customXml/itemProps283.xml><?xml version="1.0" encoding="utf-8"?>
<ds:datastoreItem xmlns:ds="http://schemas.openxmlformats.org/officeDocument/2006/customXml" ds:itemID="{2BD3EC47-47CE-4721-9206-5D300A356D19}">
  <ds:schemaRefs>
    <ds:schemaRef ds:uri="http://www.joulesunlimited.com/juid"/>
  </ds:schemaRefs>
</ds:datastoreItem>
</file>

<file path=customXml/itemProps284.xml><?xml version="1.0" encoding="utf-8"?>
<ds:datastoreItem xmlns:ds="http://schemas.openxmlformats.org/officeDocument/2006/customXml" ds:itemID="{520FA29E-480C-40BD-B7EB-8CF991549D2A}">
  <ds:schemaRefs>
    <ds:schemaRef ds:uri="http://www.joulesunlimited.com/juid"/>
  </ds:schemaRefs>
</ds:datastoreItem>
</file>

<file path=customXml/itemProps285.xml><?xml version="1.0" encoding="utf-8"?>
<ds:datastoreItem xmlns:ds="http://schemas.openxmlformats.org/officeDocument/2006/customXml" ds:itemID="{659B1326-4C8D-4255-8D73-CAEB335674FE}">
  <ds:schemaRefs>
    <ds:schemaRef ds:uri="http://www.joulesunlimited.com/juid"/>
  </ds:schemaRefs>
</ds:datastoreItem>
</file>

<file path=customXml/itemProps286.xml><?xml version="1.0" encoding="utf-8"?>
<ds:datastoreItem xmlns:ds="http://schemas.openxmlformats.org/officeDocument/2006/customXml" ds:itemID="{CB689A24-3054-415E-BDB8-837CBEE81DBF}">
  <ds:schemaRefs>
    <ds:schemaRef ds:uri="http://www.joulesunlimited.com/juid"/>
  </ds:schemaRefs>
</ds:datastoreItem>
</file>

<file path=customXml/itemProps287.xml><?xml version="1.0" encoding="utf-8"?>
<ds:datastoreItem xmlns:ds="http://schemas.openxmlformats.org/officeDocument/2006/customXml" ds:itemID="{0688A2D3-9AF9-4CAC-B16E-1AB75A7E9F31}">
  <ds:schemaRefs>
    <ds:schemaRef ds:uri="http://www.joulesunlimited.com/juid"/>
  </ds:schemaRefs>
</ds:datastoreItem>
</file>

<file path=customXml/itemProps288.xml><?xml version="1.0" encoding="utf-8"?>
<ds:datastoreItem xmlns:ds="http://schemas.openxmlformats.org/officeDocument/2006/customXml" ds:itemID="{14A3DC48-3AF3-4873-A0C6-A464E16C629B}">
  <ds:schemaRefs>
    <ds:schemaRef ds:uri="http://www.joulesunlimited.com/juid"/>
  </ds:schemaRefs>
</ds:datastoreItem>
</file>

<file path=customXml/itemProps289.xml><?xml version="1.0" encoding="utf-8"?>
<ds:datastoreItem xmlns:ds="http://schemas.openxmlformats.org/officeDocument/2006/customXml" ds:itemID="{FABEFDA4-A7A5-4B1C-9F1A-5962F74E5CA2}">
  <ds:schemaRefs>
    <ds:schemaRef ds:uri="http://www.joulesunlimited.com/juid"/>
  </ds:schemaRefs>
</ds:datastoreItem>
</file>

<file path=customXml/itemProps290.xml><?xml version="1.0" encoding="utf-8"?>
<ds:datastoreItem xmlns:ds="http://schemas.openxmlformats.org/officeDocument/2006/customXml" ds:itemID="{0ECBCABA-9A38-47D7-9C78-044A1D1DFE8B}">
  <ds:schemaRefs>
    <ds:schemaRef ds:uri="http://www.joulesunlimited.com/juid"/>
  </ds:schemaRefs>
</ds:datastoreItem>
</file>

<file path=customXml/itemProps291.xml><?xml version="1.0" encoding="utf-8"?>
<ds:datastoreItem xmlns:ds="http://schemas.openxmlformats.org/officeDocument/2006/customXml" ds:itemID="{CE6D8047-DA6E-4694-8541-72F8876770A0}">
  <ds:schemaRefs>
    <ds:schemaRef ds:uri="http://www.joulesunlimited.com/juid"/>
  </ds:schemaRefs>
</ds:datastoreItem>
</file>

<file path=customXml/itemProps292.xml><?xml version="1.0" encoding="utf-8"?>
<ds:datastoreItem xmlns:ds="http://schemas.openxmlformats.org/officeDocument/2006/customXml" ds:itemID="{D84F3CF3-B8A8-4745-8014-503440145E9E}">
  <ds:schemaRefs>
    <ds:schemaRef ds:uri="http://www.joulesunlimited.com/juid"/>
  </ds:schemaRefs>
</ds:datastoreItem>
</file>

<file path=customXml/itemProps293.xml><?xml version="1.0" encoding="utf-8"?>
<ds:datastoreItem xmlns:ds="http://schemas.openxmlformats.org/officeDocument/2006/customXml" ds:itemID="{6017D20F-20C0-4152-B38D-3A8E63941515}">
  <ds:schemaRefs>
    <ds:schemaRef ds:uri="http://www.joulesunlimited.com/juid"/>
  </ds:schemaRefs>
</ds:datastoreItem>
</file>

<file path=customXml/itemProps294.xml><?xml version="1.0" encoding="utf-8"?>
<ds:datastoreItem xmlns:ds="http://schemas.openxmlformats.org/officeDocument/2006/customXml" ds:itemID="{649729C8-7957-4A77-AC9F-039EBD3C50E2}">
  <ds:schemaRefs>
    <ds:schemaRef ds:uri="http://www.joulesunlimited.com/juid"/>
  </ds:schemaRefs>
</ds:datastoreItem>
</file>

<file path=customXml/itemProps295.xml><?xml version="1.0" encoding="utf-8"?>
<ds:datastoreItem xmlns:ds="http://schemas.openxmlformats.org/officeDocument/2006/customXml" ds:itemID="{3552BC45-E466-4FBF-9BEA-B07400400D60}">
  <ds:schemaRefs>
    <ds:schemaRef ds:uri="http://www.joulesunlimited.com/juid"/>
  </ds:schemaRefs>
</ds:datastoreItem>
</file>

<file path=customXml/itemProps296.xml><?xml version="1.0" encoding="utf-8"?>
<ds:datastoreItem xmlns:ds="http://schemas.openxmlformats.org/officeDocument/2006/customXml" ds:itemID="{245F1B4D-936A-4A35-9AB8-FDB9302CE940}">
  <ds:schemaRefs>
    <ds:schemaRef ds:uri="http://www.joulesunlimited.com/juid"/>
  </ds:schemaRefs>
</ds:datastoreItem>
</file>

<file path=customXml/itemProps297.xml><?xml version="1.0" encoding="utf-8"?>
<ds:datastoreItem xmlns:ds="http://schemas.openxmlformats.org/officeDocument/2006/customXml" ds:itemID="{F55D8CE4-34CF-40BA-A392-A3D96287D0B4}">
  <ds:schemaRefs>
    <ds:schemaRef ds:uri="http://www.joulesunlimited.com/juid"/>
  </ds:schemaRefs>
</ds:datastoreItem>
</file>

<file path=customXml/itemProps298.xml><?xml version="1.0" encoding="utf-8"?>
<ds:datastoreItem xmlns:ds="http://schemas.openxmlformats.org/officeDocument/2006/customXml" ds:itemID="{4D5C5995-403E-4EDC-8AFC-9DE6A97CBE44}">
  <ds:schemaRefs>
    <ds:schemaRef ds:uri="http://www.joulesunlimited.com/juid"/>
  </ds:schemaRefs>
</ds:datastoreItem>
</file>

<file path=customXml/itemProps299.xml><?xml version="1.0" encoding="utf-8"?>
<ds:datastoreItem xmlns:ds="http://schemas.openxmlformats.org/officeDocument/2006/customXml" ds:itemID="{EC3392B7-5FD4-4A30-ADD8-E1F2B167EC10}">
  <ds:schemaRefs>
    <ds:schemaRef ds:uri="http://www.joulesunlimited.com/juid"/>
  </ds:schemaRefs>
</ds:datastoreItem>
</file>

<file path=customXml/itemProps300.xml><?xml version="1.0" encoding="utf-8"?>
<ds:datastoreItem xmlns:ds="http://schemas.openxmlformats.org/officeDocument/2006/customXml" ds:itemID="{6F6EE8C1-D5CA-4364-9679-5E93087E01F3}">
  <ds:schemaRefs>
    <ds:schemaRef ds:uri="http://www.joulesunlimited.com/juid"/>
  </ds:schemaRefs>
</ds:datastoreItem>
</file>

<file path=customXml/itemProps301.xml><?xml version="1.0" encoding="utf-8"?>
<ds:datastoreItem xmlns:ds="http://schemas.openxmlformats.org/officeDocument/2006/customXml" ds:itemID="{3EAB6A68-367D-439C-B740-1C5D20FDB47C}">
  <ds:schemaRefs>
    <ds:schemaRef ds:uri="http://www.joulesunlimited.com/juid"/>
  </ds:schemaRefs>
</ds:datastoreItem>
</file>

<file path=customXml/itemProps302.xml><?xml version="1.0" encoding="utf-8"?>
<ds:datastoreItem xmlns:ds="http://schemas.openxmlformats.org/officeDocument/2006/customXml" ds:itemID="{066C1EB1-6F4F-4367-B2EB-BD7BBB721D77}">
  <ds:schemaRefs>
    <ds:schemaRef ds:uri="http://www.joulesunlimited.com/juid"/>
  </ds:schemaRefs>
</ds:datastoreItem>
</file>

<file path=customXml/itemProps303.xml><?xml version="1.0" encoding="utf-8"?>
<ds:datastoreItem xmlns:ds="http://schemas.openxmlformats.org/officeDocument/2006/customXml" ds:itemID="{777ECBC3-DA3B-488D-985B-21473D554263}">
  <ds:schemaRefs>
    <ds:schemaRef ds:uri="http://www.joulesunlimited.com/juid"/>
  </ds:schemaRefs>
</ds:datastoreItem>
</file>

<file path=customXml/itemProps304.xml><?xml version="1.0" encoding="utf-8"?>
<ds:datastoreItem xmlns:ds="http://schemas.openxmlformats.org/officeDocument/2006/customXml" ds:itemID="{823A5CC7-3151-4452-B7B1-5EE2CC9AB30B}">
  <ds:schemaRefs>
    <ds:schemaRef ds:uri="http://www.joulesunlimited.com/juid"/>
  </ds:schemaRefs>
</ds:datastoreItem>
</file>

<file path=customXml/itemProps305.xml><?xml version="1.0" encoding="utf-8"?>
<ds:datastoreItem xmlns:ds="http://schemas.openxmlformats.org/officeDocument/2006/customXml" ds:itemID="{754223CE-AED8-47EF-B372-ECE590868419}">
  <ds:schemaRefs>
    <ds:schemaRef ds:uri="http://www.joulesunlimited.com/juid"/>
  </ds:schemaRefs>
</ds:datastoreItem>
</file>

<file path=customXml/itemProps306.xml><?xml version="1.0" encoding="utf-8"?>
<ds:datastoreItem xmlns:ds="http://schemas.openxmlformats.org/officeDocument/2006/customXml" ds:itemID="{4D569CE9-3E11-43C3-86A6-ECD8D84F7E5E}">
  <ds:schemaRefs>
    <ds:schemaRef ds:uri="http://www.joulesunlimited.com/juid"/>
  </ds:schemaRefs>
</ds:datastoreItem>
</file>

<file path=customXml/itemProps307.xml><?xml version="1.0" encoding="utf-8"?>
<ds:datastoreItem xmlns:ds="http://schemas.openxmlformats.org/officeDocument/2006/customXml" ds:itemID="{58819CDA-442E-467A-A3F7-773F76372E78}">
  <ds:schemaRefs>
    <ds:schemaRef ds:uri="http://www.joulesunlimited.com/juid"/>
  </ds:schemaRefs>
</ds:datastoreItem>
</file>

<file path=customXml/itemProps308.xml><?xml version="1.0" encoding="utf-8"?>
<ds:datastoreItem xmlns:ds="http://schemas.openxmlformats.org/officeDocument/2006/customXml" ds:itemID="{37AD002A-B0F1-417A-9453-99A003D5C729}">
  <ds:schemaRefs>
    <ds:schemaRef ds:uri="http://www.joulesunlimited.com/juid"/>
  </ds:schemaRefs>
</ds:datastoreItem>
</file>

<file path=customXml/itemProps309.xml><?xml version="1.0" encoding="utf-8"?>
<ds:datastoreItem xmlns:ds="http://schemas.openxmlformats.org/officeDocument/2006/customXml" ds:itemID="{99D2A75F-88C8-4ED3-AAAC-F557DD625291}">
  <ds:schemaRefs>
    <ds:schemaRef ds:uri="http://www.joulesunlimited.com/juid"/>
  </ds:schemaRefs>
</ds:datastoreItem>
</file>

<file path=customXml/itemProps310.xml><?xml version="1.0" encoding="utf-8"?>
<ds:datastoreItem xmlns:ds="http://schemas.openxmlformats.org/officeDocument/2006/customXml" ds:itemID="{156837D7-EEA5-47D9-8A82-7609088FF297}">
  <ds:schemaRefs>
    <ds:schemaRef ds:uri="http://www.joulesunlimited.com/juid"/>
  </ds:schemaRefs>
</ds:datastoreItem>
</file>

<file path=customXml/itemProps311.xml><?xml version="1.0" encoding="utf-8"?>
<ds:datastoreItem xmlns:ds="http://schemas.openxmlformats.org/officeDocument/2006/customXml" ds:itemID="{4AEA4155-E43B-46D2-A5CB-33BD79A58179}">
  <ds:schemaRefs>
    <ds:schemaRef ds:uri="http://www.joulesunlimited.com/juid"/>
  </ds:schemaRefs>
</ds:datastoreItem>
</file>

<file path=customXml/itemProps312.xml><?xml version="1.0" encoding="utf-8"?>
<ds:datastoreItem xmlns:ds="http://schemas.openxmlformats.org/officeDocument/2006/customXml" ds:itemID="{003AD6B9-E9FC-4F6C-9061-082416D76FBD}">
  <ds:schemaRefs>
    <ds:schemaRef ds:uri="http://www.joulesunlimited.com/juid"/>
  </ds:schemaRefs>
</ds:datastoreItem>
</file>

<file path=customXml/itemProps313.xml><?xml version="1.0" encoding="utf-8"?>
<ds:datastoreItem xmlns:ds="http://schemas.openxmlformats.org/officeDocument/2006/customXml" ds:itemID="{60AB153E-7185-4C38-801E-FC9BB02044C9}">
  <ds:schemaRefs>
    <ds:schemaRef ds:uri="http://www.joulesunlimited.com/juid"/>
  </ds:schemaRefs>
</ds:datastoreItem>
</file>

<file path=customXml/itemProps314.xml><?xml version="1.0" encoding="utf-8"?>
<ds:datastoreItem xmlns:ds="http://schemas.openxmlformats.org/officeDocument/2006/customXml" ds:itemID="{FEA958A9-1B86-425B-906C-227FD0BBC84D}">
  <ds:schemaRefs>
    <ds:schemaRef ds:uri="http://www.joulesunlimited.com/juid"/>
  </ds:schemaRefs>
</ds:datastoreItem>
</file>

<file path=customXml/itemProps315.xml><?xml version="1.0" encoding="utf-8"?>
<ds:datastoreItem xmlns:ds="http://schemas.openxmlformats.org/officeDocument/2006/customXml" ds:itemID="{B7187E73-37D6-4051-B27C-4F1200EDDEB3}">
  <ds:schemaRefs>
    <ds:schemaRef ds:uri="http://www.joulesunlimited.com/juid"/>
  </ds:schemaRefs>
</ds:datastoreItem>
</file>

<file path=customXml/itemProps316.xml><?xml version="1.0" encoding="utf-8"?>
<ds:datastoreItem xmlns:ds="http://schemas.openxmlformats.org/officeDocument/2006/customXml" ds:itemID="{6CE12A54-B3A5-45C4-9239-CAEDEFC0227D}">
  <ds:schemaRefs>
    <ds:schemaRef ds:uri="http://www.joulesunlimited.com/juid"/>
  </ds:schemaRefs>
</ds:datastoreItem>
</file>

<file path=customXml/itemProps317.xml><?xml version="1.0" encoding="utf-8"?>
<ds:datastoreItem xmlns:ds="http://schemas.openxmlformats.org/officeDocument/2006/customXml" ds:itemID="{C49B8005-31A5-41E0-AD0E-5EEE169217AD}">
  <ds:schemaRefs>
    <ds:schemaRef ds:uri="http://www.joulesunlimited.com/juid"/>
  </ds:schemaRefs>
</ds:datastoreItem>
</file>

<file path=customXml/itemProps318.xml><?xml version="1.0" encoding="utf-8"?>
<ds:datastoreItem xmlns:ds="http://schemas.openxmlformats.org/officeDocument/2006/customXml" ds:itemID="{E35F8DC9-B4E2-445D-9869-23F97E7CE002}">
  <ds:schemaRefs>
    <ds:schemaRef ds:uri="http://www.joulesunlimited.com/juid"/>
  </ds:schemaRefs>
</ds:datastoreItem>
</file>

<file path=customXml/itemProps319.xml><?xml version="1.0" encoding="utf-8"?>
<ds:datastoreItem xmlns:ds="http://schemas.openxmlformats.org/officeDocument/2006/customXml" ds:itemID="{01E108BC-9DC4-4BC4-938D-2E49FF34F267}">
  <ds:schemaRefs>
    <ds:schemaRef ds:uri="http://www.joulesunlimited.com/juid"/>
  </ds:schemaRefs>
</ds:datastoreItem>
</file>

<file path=customXml/itemProps320.xml><?xml version="1.0" encoding="utf-8"?>
<ds:datastoreItem xmlns:ds="http://schemas.openxmlformats.org/officeDocument/2006/customXml" ds:itemID="{F672B848-33AC-489B-A077-337CA46105B9}">
  <ds:schemaRefs>
    <ds:schemaRef ds:uri="http://www.joulesunlimited.com/juid"/>
  </ds:schemaRefs>
</ds:datastoreItem>
</file>

<file path=customXml/itemProps321.xml><?xml version="1.0" encoding="utf-8"?>
<ds:datastoreItem xmlns:ds="http://schemas.openxmlformats.org/officeDocument/2006/customXml" ds:itemID="{085CCD11-1F66-4327-9BB3-6866EE248C49}">
  <ds:schemaRefs>
    <ds:schemaRef ds:uri="http://www.joulesunlimited.com/juid"/>
  </ds:schemaRefs>
</ds:datastoreItem>
</file>

<file path=customXml/itemProps322.xml><?xml version="1.0" encoding="utf-8"?>
<ds:datastoreItem xmlns:ds="http://schemas.openxmlformats.org/officeDocument/2006/customXml" ds:itemID="{387ADB66-D447-4554-B689-4D4F9DBFA47F}">
  <ds:schemaRefs>
    <ds:schemaRef ds:uri="http://www.joulesunlimited.com/juid"/>
  </ds:schemaRefs>
</ds:datastoreItem>
</file>

<file path=customXml/itemProps323.xml><?xml version="1.0" encoding="utf-8"?>
<ds:datastoreItem xmlns:ds="http://schemas.openxmlformats.org/officeDocument/2006/customXml" ds:itemID="{81D07283-0B01-4508-93ED-70A73C5F3A1F}">
  <ds:schemaRefs>
    <ds:schemaRef ds:uri="http://www.joulesunlimited.com/juid"/>
  </ds:schemaRefs>
</ds:datastoreItem>
</file>

<file path=customXml/itemProps324.xml><?xml version="1.0" encoding="utf-8"?>
<ds:datastoreItem xmlns:ds="http://schemas.openxmlformats.org/officeDocument/2006/customXml" ds:itemID="{9B966FD4-D267-4C2A-9C2A-3796088A28BB}">
  <ds:schemaRefs>
    <ds:schemaRef ds:uri="http://www.joulesunlimited.com/juid"/>
  </ds:schemaRefs>
</ds:datastoreItem>
</file>

<file path=customXml/itemProps325.xml><?xml version="1.0" encoding="utf-8"?>
<ds:datastoreItem xmlns:ds="http://schemas.openxmlformats.org/officeDocument/2006/customXml" ds:itemID="{360DAF71-5A25-4AEF-832A-C517A3A44483}">
  <ds:schemaRefs>
    <ds:schemaRef ds:uri="http://www.joulesunlimited.com/juid"/>
  </ds:schemaRefs>
</ds:datastoreItem>
</file>

<file path=customXml/itemProps326.xml><?xml version="1.0" encoding="utf-8"?>
<ds:datastoreItem xmlns:ds="http://schemas.openxmlformats.org/officeDocument/2006/customXml" ds:itemID="{FA1D91D5-7936-4642-B492-236C37B17B41}">
  <ds:schemaRefs>
    <ds:schemaRef ds:uri="http://www.joulesunlimited.com/juid"/>
  </ds:schemaRefs>
</ds:datastoreItem>
</file>

<file path=customXml/itemProps327.xml><?xml version="1.0" encoding="utf-8"?>
<ds:datastoreItem xmlns:ds="http://schemas.openxmlformats.org/officeDocument/2006/customXml" ds:itemID="{C3BEFB8C-27F5-440A-8479-CBA4E88C6B8F}">
  <ds:schemaRefs>
    <ds:schemaRef ds:uri="http://www.joulesunlimited.com/juid"/>
  </ds:schemaRefs>
</ds:datastoreItem>
</file>

<file path=customXml/itemProps328.xml><?xml version="1.0" encoding="utf-8"?>
<ds:datastoreItem xmlns:ds="http://schemas.openxmlformats.org/officeDocument/2006/customXml" ds:itemID="{5F0CBE3C-5932-4BC9-877D-7B5124F0549D}">
  <ds:schemaRefs>
    <ds:schemaRef ds:uri="http://www.joulesunlimited.com/juid"/>
  </ds:schemaRefs>
</ds:datastoreItem>
</file>

<file path=customXml/itemProps329.xml><?xml version="1.0" encoding="utf-8"?>
<ds:datastoreItem xmlns:ds="http://schemas.openxmlformats.org/officeDocument/2006/customXml" ds:itemID="{60B56E54-ECF6-4321-A004-0B64ED5A6069}">
  <ds:schemaRefs>
    <ds:schemaRef ds:uri="http://www.joulesunlimited.com/juid"/>
  </ds:schemaRefs>
</ds:datastoreItem>
</file>

<file path=customXml/itemProps330.xml><?xml version="1.0" encoding="utf-8"?>
<ds:datastoreItem xmlns:ds="http://schemas.openxmlformats.org/officeDocument/2006/customXml" ds:itemID="{EF134582-0578-4423-B076-F5F59A47D159}">
  <ds:schemaRefs>
    <ds:schemaRef ds:uri="http://www.joulesunlimited.com/juid"/>
  </ds:schemaRefs>
</ds:datastoreItem>
</file>

<file path=customXml/itemProps331.xml><?xml version="1.0" encoding="utf-8"?>
<ds:datastoreItem xmlns:ds="http://schemas.openxmlformats.org/officeDocument/2006/customXml" ds:itemID="{4178D66E-DC99-4396-8126-AF0842257022}">
  <ds:schemaRefs>
    <ds:schemaRef ds:uri="http://www.joulesunlimited.com/juid"/>
  </ds:schemaRefs>
</ds:datastoreItem>
</file>

<file path=customXml/itemProps332.xml><?xml version="1.0" encoding="utf-8"?>
<ds:datastoreItem xmlns:ds="http://schemas.openxmlformats.org/officeDocument/2006/customXml" ds:itemID="{7A3B3C3A-9C09-4CA9-BDD6-E7E84D47D504}">
  <ds:schemaRefs>
    <ds:schemaRef ds:uri="http://www.joulesunlimited.com/juid"/>
  </ds:schemaRefs>
</ds:datastoreItem>
</file>

<file path=customXml/itemProps333.xml><?xml version="1.0" encoding="utf-8"?>
<ds:datastoreItem xmlns:ds="http://schemas.openxmlformats.org/officeDocument/2006/customXml" ds:itemID="{83668F24-EEE9-443A-B61B-43A2F6858A03}">
  <ds:schemaRefs>
    <ds:schemaRef ds:uri="http://www.joulesunlimited.com/juid"/>
  </ds:schemaRefs>
</ds:datastoreItem>
</file>

<file path=docMetadata/LabelInfo.xml><?xml version="1.0" encoding="utf-8"?>
<clbl:labelList xmlns:clbl="http://schemas.microsoft.com/office/2020/mipLabelMetadata">
  <clbl:label id="{0a217bfd-7fc6-4e23-babe-07368f99370d}" enabled="1" method="Standard" siteId="{fda9decf-e892-43ac-9d9f-1a493f9f98d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Worldline Toolbox</Template>
  <TotalTime>0</TotalTime>
  <Words>452</Words>
  <Application>Microsoft Office PowerPoint</Application>
  <PresentationFormat>On-screen Show (16:9)</PresentationFormat>
  <Paragraphs>88</Paragraphs>
  <Slides>13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Worldline Corporate Identity</vt:lpstr>
      <vt:lpstr>Fraud detection  on credit card transactions  using machine learning (with python)    By Franck Benault  franck.Benault@gmail.com</vt:lpstr>
      <vt:lpstr>Fraud detection</vt:lpstr>
      <vt:lpstr>Fraud detection</vt:lpstr>
      <vt:lpstr>Fraud detection</vt:lpstr>
      <vt:lpstr>Fraud detection</vt:lpstr>
      <vt:lpstr>Fraud detection</vt:lpstr>
      <vt:lpstr>Fraud detection</vt:lpstr>
      <vt:lpstr>Fraud detection</vt:lpstr>
      <vt:lpstr>Fraud detection</vt:lpstr>
      <vt:lpstr>Fraud detection</vt:lpstr>
      <vt:lpstr>Fraud detection</vt:lpstr>
      <vt:lpstr>Fraud detection </vt:lpstr>
      <vt:lpstr>Fraud detection</vt:lpstr>
    </vt:vector>
  </TitlesOfParts>
  <Manager/>
  <Company>WorldLine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GALLET, MAUD</dc:creator>
  <cp:keywords/>
  <dc:description>Template version 5.1a - 12 May 2023</dc:description>
  <cp:lastModifiedBy>Benault, Franck</cp:lastModifiedBy>
  <cp:revision>2</cp:revision>
  <dcterms:created xsi:type="dcterms:W3CDTF">2025-03-24T16:05:54Z</dcterms:created>
  <dcterms:modified xsi:type="dcterms:W3CDTF">2026-03-24T17:09:35Z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ofing">
    <vt:lpwstr>2057</vt:lpwstr>
  </property>
  <property fmtid="{D5CDD505-2E9C-101B-9397-08002B2CF9AE}" pid="3" name="ContentTypeId">
    <vt:lpwstr>0x0101001827CBF9D826D54C94A5EAB98171697B</vt:lpwstr>
  </property>
  <property fmtid="{D5CDD505-2E9C-101B-9397-08002B2CF9AE}" pid="4" name="MediaServiceImageTags">
    <vt:lpwstr/>
  </property>
</Properties>
</file>